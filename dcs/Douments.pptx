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2"/>
  </p:notesMasterIdLst>
  <p:sldIdLst>
    <p:sldId id="264" r:id="rId2"/>
    <p:sldId id="257" r:id="rId3"/>
    <p:sldId id="258" r:id="rId4"/>
    <p:sldId id="263" r:id="rId5"/>
    <p:sldId id="259" r:id="rId6"/>
    <p:sldId id="260" r:id="rId7"/>
    <p:sldId id="265" r:id="rId8"/>
    <p:sldId id="267" r:id="rId9"/>
    <p:sldId id="266" r:id="rId10"/>
    <p:sldId id="268" r:id="rId11"/>
  </p:sldIdLst>
  <p:sldSz cx="12192000" cy="6858000"/>
  <p:notesSz cx="6858000" cy="9144000"/>
  <p:defaultTextStyle>
    <a:defPPr>
      <a:defRPr lang="en-US"/>
    </a:defPPr>
    <a:lvl1pPr marL="0" algn="l" defTabSz="457189" rtl="0" eaLnBrk="1" latinLnBrk="0" hangingPunct="1">
      <a:defRPr sz="1900" kern="1200">
        <a:solidFill>
          <a:schemeClr val="tx1"/>
        </a:solidFill>
        <a:latin typeface="+mn-lt"/>
        <a:ea typeface="+mn-ea"/>
        <a:cs typeface="+mn-cs"/>
      </a:defRPr>
    </a:lvl1pPr>
    <a:lvl2pPr marL="457189" algn="l" defTabSz="457189" rtl="0" eaLnBrk="1" latinLnBrk="0" hangingPunct="1">
      <a:defRPr sz="1900" kern="1200">
        <a:solidFill>
          <a:schemeClr val="tx1"/>
        </a:solidFill>
        <a:latin typeface="+mn-lt"/>
        <a:ea typeface="+mn-ea"/>
        <a:cs typeface="+mn-cs"/>
      </a:defRPr>
    </a:lvl2pPr>
    <a:lvl3pPr marL="914377" algn="l" defTabSz="457189" rtl="0" eaLnBrk="1" latinLnBrk="0" hangingPunct="1">
      <a:defRPr sz="1900" kern="1200">
        <a:solidFill>
          <a:schemeClr val="tx1"/>
        </a:solidFill>
        <a:latin typeface="+mn-lt"/>
        <a:ea typeface="+mn-ea"/>
        <a:cs typeface="+mn-cs"/>
      </a:defRPr>
    </a:lvl3pPr>
    <a:lvl4pPr marL="1371566" algn="l" defTabSz="457189" rtl="0" eaLnBrk="1" latinLnBrk="0" hangingPunct="1">
      <a:defRPr sz="1900" kern="1200">
        <a:solidFill>
          <a:schemeClr val="tx1"/>
        </a:solidFill>
        <a:latin typeface="+mn-lt"/>
        <a:ea typeface="+mn-ea"/>
        <a:cs typeface="+mn-cs"/>
      </a:defRPr>
    </a:lvl4pPr>
    <a:lvl5pPr marL="1828754" algn="l" defTabSz="457189" rtl="0" eaLnBrk="1" latinLnBrk="0" hangingPunct="1">
      <a:defRPr sz="1900" kern="1200">
        <a:solidFill>
          <a:schemeClr val="tx1"/>
        </a:solidFill>
        <a:latin typeface="+mn-lt"/>
        <a:ea typeface="+mn-ea"/>
        <a:cs typeface="+mn-cs"/>
      </a:defRPr>
    </a:lvl5pPr>
    <a:lvl6pPr marL="2285943" algn="l" defTabSz="457189" rtl="0" eaLnBrk="1" latinLnBrk="0" hangingPunct="1">
      <a:defRPr sz="1900" kern="1200">
        <a:solidFill>
          <a:schemeClr val="tx1"/>
        </a:solidFill>
        <a:latin typeface="+mn-lt"/>
        <a:ea typeface="+mn-ea"/>
        <a:cs typeface="+mn-cs"/>
      </a:defRPr>
    </a:lvl6pPr>
    <a:lvl7pPr marL="2743131" algn="l" defTabSz="457189" rtl="0" eaLnBrk="1" latinLnBrk="0" hangingPunct="1">
      <a:defRPr sz="1900" kern="1200">
        <a:solidFill>
          <a:schemeClr val="tx1"/>
        </a:solidFill>
        <a:latin typeface="+mn-lt"/>
        <a:ea typeface="+mn-ea"/>
        <a:cs typeface="+mn-cs"/>
      </a:defRPr>
    </a:lvl7pPr>
    <a:lvl8pPr marL="3200320" algn="l" defTabSz="457189" rtl="0" eaLnBrk="1" latinLnBrk="0" hangingPunct="1">
      <a:defRPr sz="1900" kern="1200">
        <a:solidFill>
          <a:schemeClr val="tx1"/>
        </a:solidFill>
        <a:latin typeface="+mn-lt"/>
        <a:ea typeface="+mn-ea"/>
        <a:cs typeface="+mn-cs"/>
      </a:defRPr>
    </a:lvl8pPr>
    <a:lvl9pPr marL="3657509" algn="l" defTabSz="457189" rtl="0" eaLnBrk="1" latinLnBrk="0" hangingPunct="1">
      <a:defRPr sz="1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7" autoAdjust="0"/>
    <p:restoredTop sz="94660"/>
  </p:normalViewPr>
  <p:slideViewPr>
    <p:cSldViewPr snapToGrid="0">
      <p:cViewPr varScale="1">
        <p:scale>
          <a:sx n="80" d="100"/>
          <a:sy n="80" d="100"/>
        </p:scale>
        <p:origin x="58" y="11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2BC919E-96A1-477E-BFD1-22DAD44AFB5B}" type="datetimeFigureOut">
              <a:rPr lang="en-US" smtClean="0"/>
              <a:t>9/6/2025</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6BF4B6C-ED37-4BC3-9DF0-55DABB028D72}"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377" rtl="0" eaLnBrk="1" latinLnBrk="0" hangingPunct="1">
      <a:defRPr sz="1200" kern="1200">
        <a:solidFill>
          <a:schemeClr val="tx1"/>
        </a:solidFill>
        <a:latin typeface="+mn-lt"/>
        <a:ea typeface="+mn-ea"/>
        <a:cs typeface="+mn-cs"/>
      </a:defRPr>
    </a:lvl1pPr>
    <a:lvl2pPr marL="457189" algn="l" defTabSz="914377" rtl="0" eaLnBrk="1" latinLnBrk="0" hangingPunct="1">
      <a:defRPr sz="1200" kern="1200">
        <a:solidFill>
          <a:schemeClr val="tx1"/>
        </a:solidFill>
        <a:latin typeface="+mn-lt"/>
        <a:ea typeface="+mn-ea"/>
        <a:cs typeface="+mn-cs"/>
      </a:defRPr>
    </a:lvl2pPr>
    <a:lvl3pPr marL="914377" algn="l" defTabSz="914377" rtl="0" eaLnBrk="1" latinLnBrk="0" hangingPunct="1">
      <a:defRPr sz="1200" kern="1200">
        <a:solidFill>
          <a:schemeClr val="tx1"/>
        </a:solidFill>
        <a:latin typeface="+mn-lt"/>
        <a:ea typeface="+mn-ea"/>
        <a:cs typeface="+mn-cs"/>
      </a:defRPr>
    </a:lvl3pPr>
    <a:lvl4pPr marL="1371566" algn="l" defTabSz="914377" rtl="0" eaLnBrk="1" latinLnBrk="0" hangingPunct="1">
      <a:defRPr sz="1200" kern="1200">
        <a:solidFill>
          <a:schemeClr val="tx1"/>
        </a:solidFill>
        <a:latin typeface="+mn-lt"/>
        <a:ea typeface="+mn-ea"/>
        <a:cs typeface="+mn-cs"/>
      </a:defRPr>
    </a:lvl4pPr>
    <a:lvl5pPr marL="1828754" algn="l" defTabSz="914377" rtl="0" eaLnBrk="1" latinLnBrk="0" hangingPunct="1">
      <a:defRPr sz="1200" kern="1200">
        <a:solidFill>
          <a:schemeClr val="tx1"/>
        </a:solidFill>
        <a:latin typeface="+mn-lt"/>
        <a:ea typeface="+mn-ea"/>
        <a:cs typeface="+mn-cs"/>
      </a:defRPr>
    </a:lvl5pPr>
    <a:lvl6pPr marL="2285943" algn="l" defTabSz="914377" rtl="0" eaLnBrk="1" latinLnBrk="0" hangingPunct="1">
      <a:defRPr sz="1200" kern="1200">
        <a:solidFill>
          <a:schemeClr val="tx1"/>
        </a:solidFill>
        <a:latin typeface="+mn-lt"/>
        <a:ea typeface="+mn-ea"/>
        <a:cs typeface="+mn-cs"/>
      </a:defRPr>
    </a:lvl6pPr>
    <a:lvl7pPr marL="2743131" algn="l" defTabSz="914377" rtl="0" eaLnBrk="1" latinLnBrk="0" hangingPunct="1">
      <a:defRPr sz="1200" kern="1200">
        <a:solidFill>
          <a:schemeClr val="tx1"/>
        </a:solidFill>
        <a:latin typeface="+mn-lt"/>
        <a:ea typeface="+mn-ea"/>
        <a:cs typeface="+mn-cs"/>
      </a:defRPr>
    </a:lvl7pPr>
    <a:lvl8pPr marL="3200320" algn="l" defTabSz="914377" rtl="0" eaLnBrk="1" latinLnBrk="0" hangingPunct="1">
      <a:defRPr sz="1200" kern="1200">
        <a:solidFill>
          <a:schemeClr val="tx1"/>
        </a:solidFill>
        <a:latin typeface="+mn-lt"/>
        <a:ea typeface="+mn-ea"/>
        <a:cs typeface="+mn-cs"/>
      </a:defRPr>
    </a:lvl8pPr>
    <a:lvl9pPr marL="3657509" algn="l" defTabSz="91437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3048000" y="3124200"/>
            <a:ext cx="8229600" cy="1894363"/>
          </a:xfrm>
        </p:spPr>
        <p:txBody>
          <a:bodyPr/>
          <a:lstStyle>
            <a:lvl1pPr>
              <a:defRPr b="1"/>
            </a:lvl1pPr>
          </a:lstStyle>
          <a:p>
            <a:r>
              <a:rPr kumimoji="0" lang="en-US"/>
              <a:t>Click to edit Master title style</a:t>
            </a:r>
          </a:p>
        </p:txBody>
      </p:sp>
      <p:sp>
        <p:nvSpPr>
          <p:cNvPr id="9" name="Subtitle 8"/>
          <p:cNvSpPr>
            <a:spLocks noGrp="1"/>
          </p:cNvSpPr>
          <p:nvPr>
            <p:ph type="subTitle" idx="1"/>
          </p:nvPr>
        </p:nvSpPr>
        <p:spPr>
          <a:xfrm>
            <a:off x="3048000" y="5003323"/>
            <a:ext cx="8229600" cy="1371600"/>
          </a:xfrm>
        </p:spPr>
        <p:txBody>
          <a:bodyPr/>
          <a:lstStyle>
            <a:lvl1pPr marL="0" indent="0" algn="l">
              <a:buNone/>
              <a:defRPr sz="1900" b="1">
                <a:solidFill>
                  <a:schemeClr val="tx2"/>
                </a:solidFill>
              </a:defRPr>
            </a:lvl1pPr>
            <a:lvl2pPr marL="457189" indent="0" algn="ctr">
              <a:buNone/>
            </a:lvl2pPr>
            <a:lvl3pPr marL="914377" indent="0" algn="ctr">
              <a:buNone/>
            </a:lvl3pPr>
            <a:lvl4pPr marL="1371566" indent="0" algn="ctr">
              <a:buNone/>
            </a:lvl4pPr>
            <a:lvl5pPr marL="1828754" indent="0" algn="ctr">
              <a:buNone/>
            </a:lvl5pPr>
            <a:lvl6pPr marL="2285943" indent="0" algn="ctr">
              <a:buNone/>
            </a:lvl6pPr>
            <a:lvl7pPr marL="2743131" indent="0" algn="ctr">
              <a:buNone/>
            </a:lvl7pPr>
            <a:lvl8pPr marL="3200320" indent="0" algn="ctr">
              <a:buNone/>
            </a:lvl8pPr>
            <a:lvl9pPr marL="3657509" indent="0" algn="ctr">
              <a:buNone/>
            </a:lvl9pPr>
          </a:lstStyle>
          <a:p>
            <a:r>
              <a:rPr kumimoji="0" lang="en-US"/>
              <a:t>Click to edit Master subtitle style</a:t>
            </a:r>
          </a:p>
        </p:txBody>
      </p:sp>
      <p:sp>
        <p:nvSpPr>
          <p:cNvPr id="28" name="Date Placeholder 27"/>
          <p:cNvSpPr>
            <a:spLocks noGrp="1"/>
          </p:cNvSpPr>
          <p:nvPr>
            <p:ph type="dt" sz="half" idx="10"/>
          </p:nvPr>
        </p:nvSpPr>
        <p:spPr bwMode="auto">
          <a:xfrm rot="5400000">
            <a:off x="10733828" y="1110597"/>
            <a:ext cx="2286000" cy="508000"/>
          </a:xfrm>
        </p:spPr>
        <p:txBody>
          <a:bodyPr/>
          <a:lstStyle/>
          <a:p>
            <a:fld id="{61480EA4-6138-42D4-BB6E-65464F66C55F}" type="datetimeFigureOut">
              <a:rPr lang="en-US" smtClean="0"/>
              <a:pPr/>
              <a:t>9/6/2025</a:t>
            </a:fld>
            <a:endParaRPr lang="en-US"/>
          </a:p>
        </p:txBody>
      </p:sp>
      <p:sp>
        <p:nvSpPr>
          <p:cNvPr id="17" name="Footer Placeholder 16"/>
          <p:cNvSpPr>
            <a:spLocks noGrp="1"/>
          </p:cNvSpPr>
          <p:nvPr>
            <p:ph type="ftr" sz="quarter" idx="11"/>
          </p:nvPr>
        </p:nvSpPr>
        <p:spPr bwMode="auto">
          <a:xfrm rot="5400000">
            <a:off x="10045959" y="4117661"/>
            <a:ext cx="3657600" cy="512064"/>
          </a:xfrm>
        </p:spPr>
        <p:txBody>
          <a:bodyPr/>
          <a:lstStyle/>
          <a:p>
            <a:endParaRPr lang="en-US"/>
          </a:p>
        </p:txBody>
      </p:sp>
      <p:sp>
        <p:nvSpPr>
          <p:cNvPr id="10" name="Rectangle 9"/>
          <p:cNvSpPr/>
          <p:nvPr/>
        </p:nvSpPr>
        <p:spPr bwMode="auto">
          <a:xfrm>
            <a:off x="508000" y="0"/>
            <a:ext cx="8128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38" tIns="45719" rIns="91438" bIns="45719" anchor="ctr"/>
          <a:lstStyle/>
          <a:p>
            <a:pPr algn="ctr" eaLnBrk="1" latinLnBrk="0" hangingPunct="1"/>
            <a:endParaRPr kumimoji="0" lang="en-US"/>
          </a:p>
        </p:txBody>
      </p:sp>
      <p:sp>
        <p:nvSpPr>
          <p:cNvPr id="12" name="Rectangle 11"/>
          <p:cNvSpPr/>
          <p:nvPr/>
        </p:nvSpPr>
        <p:spPr bwMode="auto">
          <a:xfrm>
            <a:off x="368448" y="0"/>
            <a:ext cx="139552"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38" tIns="45719" rIns="91438" bIns="45719" anchor="ctr"/>
          <a:lstStyle/>
          <a:p>
            <a:pPr algn="ctr" eaLnBrk="1" latinLnBrk="0" hangingPunct="1"/>
            <a:endParaRPr kumimoji="0" lang="en-US"/>
          </a:p>
        </p:txBody>
      </p:sp>
      <p:sp>
        <p:nvSpPr>
          <p:cNvPr id="14" name="Rectangle 13"/>
          <p:cNvSpPr/>
          <p:nvPr/>
        </p:nvSpPr>
        <p:spPr bwMode="auto">
          <a:xfrm>
            <a:off x="1320800" y="0"/>
            <a:ext cx="242496"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38" tIns="45719" rIns="91438" bIns="45719" anchor="ctr"/>
          <a:lstStyle/>
          <a:p>
            <a:pPr algn="ctr" eaLnBrk="1" latinLnBrk="0" hangingPunct="1"/>
            <a:endParaRPr kumimoji="0" lang="en-US"/>
          </a:p>
        </p:txBody>
      </p:sp>
      <p:sp>
        <p:nvSpPr>
          <p:cNvPr id="19" name="Rectangle 18"/>
          <p:cNvSpPr/>
          <p:nvPr/>
        </p:nvSpPr>
        <p:spPr bwMode="auto">
          <a:xfrm>
            <a:off x="1521760" y="0"/>
            <a:ext cx="30704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38" tIns="45719" rIns="91438" bIns="45719" anchor="ctr"/>
          <a:lstStyle/>
          <a:p>
            <a:pPr algn="ctr" eaLnBrk="1" latinLnBrk="0" hangingPunct="1"/>
            <a:endParaRPr kumimoji="0" lang="en-US"/>
          </a:p>
        </p:txBody>
      </p:sp>
      <p:sp>
        <p:nvSpPr>
          <p:cNvPr id="11" name="Straight Connector 10"/>
          <p:cNvSpPr>
            <a:spLocks noChangeShapeType="1"/>
          </p:cNvSpPr>
          <p:nvPr/>
        </p:nvSpPr>
        <p:spPr bwMode="auto">
          <a:xfrm>
            <a:off x="141792"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38" tIns="45719" rIns="91438" bIns="45719" anchor="t" compatLnSpc="1"/>
          <a:lstStyle/>
          <a:p>
            <a:endParaRPr kumimoji="0" lang="en-US"/>
          </a:p>
        </p:txBody>
      </p:sp>
      <p:sp>
        <p:nvSpPr>
          <p:cNvPr id="18" name="Straight Connector 17"/>
          <p:cNvSpPr>
            <a:spLocks noChangeShapeType="1"/>
          </p:cNvSpPr>
          <p:nvPr/>
        </p:nvSpPr>
        <p:spPr bwMode="auto">
          <a:xfrm>
            <a:off x="12192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38" tIns="45719" rIns="91438" bIns="45719" anchor="t" compatLnSpc="1"/>
          <a:lstStyle/>
          <a:p>
            <a:endParaRPr kumimoji="0" lang="en-US"/>
          </a:p>
        </p:txBody>
      </p:sp>
      <p:sp>
        <p:nvSpPr>
          <p:cNvPr id="20" name="Straight Connector 19"/>
          <p:cNvSpPr>
            <a:spLocks noChangeShapeType="1"/>
          </p:cNvSpPr>
          <p:nvPr/>
        </p:nvSpPr>
        <p:spPr bwMode="auto">
          <a:xfrm>
            <a:off x="1138816"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38" tIns="45719" rIns="91438" bIns="45719" anchor="t" compatLnSpc="1"/>
          <a:lstStyle/>
          <a:p>
            <a:endParaRPr kumimoji="0" lang="en-US"/>
          </a:p>
        </p:txBody>
      </p:sp>
      <p:sp>
        <p:nvSpPr>
          <p:cNvPr id="16" name="Straight Connector 15"/>
          <p:cNvSpPr>
            <a:spLocks noChangeShapeType="1"/>
          </p:cNvSpPr>
          <p:nvPr/>
        </p:nvSpPr>
        <p:spPr bwMode="auto">
          <a:xfrm>
            <a:off x="2302187"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38" tIns="45719" rIns="91438" bIns="45719" anchor="t" compatLnSpc="1"/>
          <a:lstStyle/>
          <a:p>
            <a:endParaRPr kumimoji="0" lang="en-US"/>
          </a:p>
        </p:txBody>
      </p:sp>
      <p:sp>
        <p:nvSpPr>
          <p:cNvPr id="15" name="Straight Connector 14"/>
          <p:cNvSpPr>
            <a:spLocks noChangeShapeType="1"/>
          </p:cNvSpPr>
          <p:nvPr/>
        </p:nvSpPr>
        <p:spPr bwMode="auto">
          <a:xfrm>
            <a:off x="14224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38" tIns="45719" rIns="91438" bIns="45719" anchor="t" compatLnSpc="1"/>
          <a:lstStyle/>
          <a:p>
            <a:endParaRPr kumimoji="0" lang="en-US"/>
          </a:p>
        </p:txBody>
      </p:sp>
      <p:sp>
        <p:nvSpPr>
          <p:cNvPr id="22" name="Straight Connector 21"/>
          <p:cNvSpPr>
            <a:spLocks noChangeShapeType="1"/>
          </p:cNvSpPr>
          <p:nvPr/>
        </p:nvSpPr>
        <p:spPr bwMode="auto">
          <a:xfrm>
            <a:off x="1215180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38" tIns="45719" rIns="91438" bIns="45719" anchor="t" compatLnSpc="1"/>
          <a:lstStyle/>
          <a:p>
            <a:endParaRPr kumimoji="0" lang="en-US"/>
          </a:p>
        </p:txBody>
      </p:sp>
      <p:sp>
        <p:nvSpPr>
          <p:cNvPr id="27" name="Rectangle 26"/>
          <p:cNvSpPr/>
          <p:nvPr/>
        </p:nvSpPr>
        <p:spPr bwMode="auto">
          <a:xfrm>
            <a:off x="1625600" y="0"/>
            <a:ext cx="1016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38" tIns="45719" rIns="91438" bIns="45719" anchor="ctr"/>
          <a:lstStyle/>
          <a:p>
            <a:pPr algn="ctr" eaLnBrk="1" latinLnBrk="0" hangingPunct="1"/>
            <a:endParaRPr kumimoji="0" lang="en-US" dirty="0"/>
          </a:p>
        </p:txBody>
      </p:sp>
      <p:sp>
        <p:nvSpPr>
          <p:cNvPr id="21" name="Oval 20"/>
          <p:cNvSpPr/>
          <p:nvPr/>
        </p:nvSpPr>
        <p:spPr bwMode="auto">
          <a:xfrm>
            <a:off x="812800" y="3429000"/>
            <a:ext cx="17272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38" tIns="45719" rIns="91438" bIns="45719" anchor="ctr"/>
          <a:lstStyle/>
          <a:p>
            <a:pPr algn="ctr" eaLnBrk="1" latinLnBrk="0" hangingPunct="1"/>
            <a:endParaRPr kumimoji="0" lang="en-US" dirty="0"/>
          </a:p>
        </p:txBody>
      </p:sp>
      <p:sp>
        <p:nvSpPr>
          <p:cNvPr id="23" name="Oval 22"/>
          <p:cNvSpPr/>
          <p:nvPr/>
        </p:nvSpPr>
        <p:spPr bwMode="auto">
          <a:xfrm>
            <a:off x="1746176" y="4866752"/>
            <a:ext cx="855232"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38" tIns="45719" rIns="91438" bIns="45719" anchor="ctr"/>
          <a:lstStyle/>
          <a:p>
            <a:pPr algn="ctr" eaLnBrk="1" latinLnBrk="0" hangingPunct="1"/>
            <a:endParaRPr kumimoji="0" lang="en-US" dirty="0"/>
          </a:p>
        </p:txBody>
      </p:sp>
      <p:sp>
        <p:nvSpPr>
          <p:cNvPr id="24" name="Oval 23"/>
          <p:cNvSpPr/>
          <p:nvPr/>
        </p:nvSpPr>
        <p:spPr bwMode="auto">
          <a:xfrm>
            <a:off x="1454773" y="5500632"/>
            <a:ext cx="18288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38" tIns="45719" rIns="91438" bIns="45719" anchor="ctr"/>
          <a:lstStyle/>
          <a:p>
            <a:pPr algn="ctr" eaLnBrk="1" latinLnBrk="0" hangingPunct="1"/>
            <a:endParaRPr kumimoji="0" lang="en-US" dirty="0"/>
          </a:p>
        </p:txBody>
      </p:sp>
      <p:sp>
        <p:nvSpPr>
          <p:cNvPr id="26" name="Oval 25"/>
          <p:cNvSpPr/>
          <p:nvPr/>
        </p:nvSpPr>
        <p:spPr bwMode="auto">
          <a:xfrm>
            <a:off x="2218944" y="5788152"/>
            <a:ext cx="36576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38" tIns="45719" rIns="91438" bIns="45719" anchor="ctr"/>
          <a:lstStyle/>
          <a:p>
            <a:pPr algn="ctr" eaLnBrk="1" latinLnBrk="0" hangingPunct="1"/>
            <a:endParaRPr kumimoji="0" lang="en-US" dirty="0"/>
          </a:p>
        </p:txBody>
      </p:sp>
      <p:sp>
        <p:nvSpPr>
          <p:cNvPr id="25" name="Oval 24"/>
          <p:cNvSpPr/>
          <p:nvPr/>
        </p:nvSpPr>
        <p:spPr>
          <a:xfrm>
            <a:off x="2540000" y="4495800"/>
            <a:ext cx="48768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38" tIns="45719" rIns="91438" bIns="45719"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767392" y="4928703"/>
            <a:ext cx="812800" cy="517524"/>
          </a:xfrm>
        </p:spPr>
        <p:txBody>
          <a:bodyPr/>
          <a:lstStyle/>
          <a:p>
            <a:fld id="{856CD860-1F8A-4181-8BC7-498279B60372}"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8" name="Content Placeholder 7"/>
          <p:cNvSpPr>
            <a:spLocks noGrp="1"/>
          </p:cNvSpPr>
          <p:nvPr>
            <p:ph sz="quarter" idx="1"/>
          </p:nvPr>
        </p:nvSpPr>
        <p:spPr>
          <a:xfrm>
            <a:off x="609600" y="1600200"/>
            <a:ext cx="9956800" cy="487375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4"/>
          </p:nvPr>
        </p:nvSpPr>
        <p:spPr/>
        <p:txBody>
          <a:bodyPr rtlCol="0"/>
          <a:lstStyle/>
          <a:p>
            <a:fld id="{61480EA4-6138-42D4-BB6E-65464F66C55F}" type="datetimeFigureOut">
              <a:rPr lang="en-US" smtClean="0"/>
              <a:pPr/>
              <a:t>9/6/2025</a:t>
            </a:fld>
            <a:endParaRPr lang="en-US"/>
          </a:p>
        </p:txBody>
      </p:sp>
      <p:sp>
        <p:nvSpPr>
          <p:cNvPr id="9" name="Slide Number Placeholder 8"/>
          <p:cNvSpPr>
            <a:spLocks noGrp="1"/>
          </p:cNvSpPr>
          <p:nvPr>
            <p:ph type="sldNum" sz="quarter" idx="15"/>
          </p:nvPr>
        </p:nvSpPr>
        <p:spPr/>
        <p:txBody>
          <a:bodyPr rtlCol="0"/>
          <a:lstStyle/>
          <a:p>
            <a:fld id="{856CD860-1F8A-4181-8BC7-498279B60372}"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048000" y="2895601"/>
            <a:ext cx="8229600" cy="2053591"/>
          </a:xfrm>
        </p:spPr>
        <p:txBody>
          <a:bodyPr/>
          <a:lstStyle>
            <a:lvl1pPr algn="l">
              <a:buNone/>
              <a:defRPr sz="3100" b="1" cap="small" baseline="0"/>
            </a:lvl1pPr>
          </a:lstStyle>
          <a:p>
            <a:r>
              <a:rPr kumimoji="0" lang="en-US"/>
              <a:t>Click to edit Master title style</a:t>
            </a:r>
          </a:p>
        </p:txBody>
      </p:sp>
      <p:sp>
        <p:nvSpPr>
          <p:cNvPr id="3" name="Text Placeholder 2"/>
          <p:cNvSpPr>
            <a:spLocks noGrp="1"/>
          </p:cNvSpPr>
          <p:nvPr>
            <p:ph type="body" idx="1"/>
          </p:nvPr>
        </p:nvSpPr>
        <p:spPr>
          <a:xfrm>
            <a:off x="3048000" y="5010151"/>
            <a:ext cx="8229600" cy="1371600"/>
          </a:xfrm>
        </p:spPr>
        <p:txBody>
          <a:bodyPr anchor="t"/>
          <a:lstStyle>
            <a:lvl1pPr marL="0" indent="0">
              <a:buNone/>
              <a:defRPr sz="1900" b="1">
                <a:solidFill>
                  <a:schemeClr val="tx2"/>
                </a:solidFill>
              </a:defRPr>
            </a:lvl1pPr>
            <a:lvl2pPr>
              <a:buNone/>
              <a:defRPr sz="1900">
                <a:solidFill>
                  <a:schemeClr val="tx1">
                    <a:tint val="75000"/>
                  </a:schemeClr>
                </a:solidFill>
              </a:defRPr>
            </a:lvl2pPr>
            <a:lvl3pPr>
              <a:buNone/>
              <a:defRPr sz="1600">
                <a:solidFill>
                  <a:schemeClr val="tx1">
                    <a:tint val="75000"/>
                  </a:schemeClr>
                </a:solidFill>
              </a:defRPr>
            </a:lvl3pPr>
            <a:lvl4pPr>
              <a:buNone/>
              <a:defRPr sz="1500">
                <a:solidFill>
                  <a:schemeClr val="tx1">
                    <a:tint val="75000"/>
                  </a:schemeClr>
                </a:solidFill>
              </a:defRPr>
            </a:lvl4pPr>
            <a:lvl5pPr>
              <a:buNone/>
              <a:defRPr sz="15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bwMode="auto">
          <a:xfrm rot="5400000">
            <a:off x="10732008" y="1106932"/>
            <a:ext cx="2286000" cy="508000"/>
          </a:xfrm>
        </p:spPr>
        <p:txBody>
          <a:bodyPr/>
          <a:lstStyle/>
          <a:p>
            <a:fld id="{61480EA4-6138-42D4-BB6E-65464F66C55F}" type="datetimeFigureOut">
              <a:rPr lang="en-US" smtClean="0"/>
              <a:pPr/>
              <a:t>9/6/2025</a:t>
            </a:fld>
            <a:endParaRPr lang="en-US"/>
          </a:p>
        </p:txBody>
      </p:sp>
      <p:sp>
        <p:nvSpPr>
          <p:cNvPr id="5" name="Footer Placeholder 4"/>
          <p:cNvSpPr>
            <a:spLocks noGrp="1"/>
          </p:cNvSpPr>
          <p:nvPr>
            <p:ph type="ftr" sz="quarter" idx="11"/>
          </p:nvPr>
        </p:nvSpPr>
        <p:spPr bwMode="auto">
          <a:xfrm rot="5400000">
            <a:off x="10046208" y="4114800"/>
            <a:ext cx="3657600" cy="512064"/>
          </a:xfrm>
        </p:spPr>
        <p:txBody>
          <a:bodyPr/>
          <a:lstStyle/>
          <a:p>
            <a:endParaRPr lang="en-US"/>
          </a:p>
        </p:txBody>
      </p:sp>
      <p:sp>
        <p:nvSpPr>
          <p:cNvPr id="9" name="Rectangle 8"/>
          <p:cNvSpPr/>
          <p:nvPr/>
        </p:nvSpPr>
        <p:spPr bwMode="auto">
          <a:xfrm>
            <a:off x="508000" y="0"/>
            <a:ext cx="8128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38" tIns="45719" rIns="91438" bIns="45719" anchor="ctr"/>
          <a:lstStyle/>
          <a:p>
            <a:pPr algn="ctr" eaLnBrk="1" latinLnBrk="0" hangingPunct="1"/>
            <a:endParaRPr kumimoji="0" lang="en-US"/>
          </a:p>
        </p:txBody>
      </p:sp>
      <p:sp>
        <p:nvSpPr>
          <p:cNvPr id="10" name="Rectangle 9"/>
          <p:cNvSpPr/>
          <p:nvPr/>
        </p:nvSpPr>
        <p:spPr bwMode="auto">
          <a:xfrm>
            <a:off x="368448" y="0"/>
            <a:ext cx="139552"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38" tIns="45719" rIns="91438" bIns="45719" anchor="ctr"/>
          <a:lstStyle/>
          <a:p>
            <a:pPr algn="ctr" eaLnBrk="1" latinLnBrk="0" hangingPunct="1"/>
            <a:endParaRPr kumimoji="0" lang="en-US"/>
          </a:p>
        </p:txBody>
      </p:sp>
      <p:sp>
        <p:nvSpPr>
          <p:cNvPr id="11" name="Rectangle 10"/>
          <p:cNvSpPr/>
          <p:nvPr/>
        </p:nvSpPr>
        <p:spPr bwMode="auto">
          <a:xfrm>
            <a:off x="1320800" y="0"/>
            <a:ext cx="242496"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38" tIns="45719" rIns="91438" bIns="45719" anchor="ctr"/>
          <a:lstStyle/>
          <a:p>
            <a:pPr algn="ctr" eaLnBrk="1" latinLnBrk="0" hangingPunct="1"/>
            <a:endParaRPr kumimoji="0" lang="en-US"/>
          </a:p>
        </p:txBody>
      </p:sp>
      <p:sp>
        <p:nvSpPr>
          <p:cNvPr id="12" name="Rectangle 11"/>
          <p:cNvSpPr/>
          <p:nvPr/>
        </p:nvSpPr>
        <p:spPr bwMode="auto">
          <a:xfrm>
            <a:off x="1521760" y="0"/>
            <a:ext cx="30704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38" tIns="45719" rIns="91438" bIns="45719" anchor="ctr"/>
          <a:lstStyle/>
          <a:p>
            <a:pPr algn="ctr" eaLnBrk="1" latinLnBrk="0" hangingPunct="1"/>
            <a:endParaRPr kumimoji="0" lang="en-US"/>
          </a:p>
        </p:txBody>
      </p:sp>
      <p:sp>
        <p:nvSpPr>
          <p:cNvPr id="13" name="Straight Connector 12"/>
          <p:cNvSpPr>
            <a:spLocks noChangeShapeType="1"/>
          </p:cNvSpPr>
          <p:nvPr/>
        </p:nvSpPr>
        <p:spPr bwMode="auto">
          <a:xfrm>
            <a:off x="141792"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38" tIns="45719" rIns="91438" bIns="45719" anchor="t" compatLnSpc="1"/>
          <a:lstStyle/>
          <a:p>
            <a:endParaRPr kumimoji="0" lang="en-US"/>
          </a:p>
        </p:txBody>
      </p:sp>
      <p:sp>
        <p:nvSpPr>
          <p:cNvPr id="14" name="Straight Connector 13"/>
          <p:cNvSpPr>
            <a:spLocks noChangeShapeType="1"/>
          </p:cNvSpPr>
          <p:nvPr/>
        </p:nvSpPr>
        <p:spPr bwMode="auto">
          <a:xfrm>
            <a:off x="12192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38" tIns="45719" rIns="91438" bIns="45719" anchor="t" compatLnSpc="1"/>
          <a:lstStyle/>
          <a:p>
            <a:endParaRPr kumimoji="0" lang="en-US"/>
          </a:p>
        </p:txBody>
      </p:sp>
      <p:sp>
        <p:nvSpPr>
          <p:cNvPr id="15" name="Straight Connector 14"/>
          <p:cNvSpPr>
            <a:spLocks noChangeShapeType="1"/>
          </p:cNvSpPr>
          <p:nvPr/>
        </p:nvSpPr>
        <p:spPr bwMode="auto">
          <a:xfrm>
            <a:off x="1138816"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38" tIns="45719" rIns="91438" bIns="45719" anchor="t" compatLnSpc="1"/>
          <a:lstStyle/>
          <a:p>
            <a:endParaRPr kumimoji="0" lang="en-US"/>
          </a:p>
        </p:txBody>
      </p:sp>
      <p:sp>
        <p:nvSpPr>
          <p:cNvPr id="16" name="Straight Connector 15"/>
          <p:cNvSpPr>
            <a:spLocks noChangeShapeType="1"/>
          </p:cNvSpPr>
          <p:nvPr/>
        </p:nvSpPr>
        <p:spPr bwMode="auto">
          <a:xfrm>
            <a:off x="2302187"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38" tIns="45719" rIns="91438" bIns="45719" anchor="t" compatLnSpc="1"/>
          <a:lstStyle/>
          <a:p>
            <a:endParaRPr kumimoji="0" lang="en-US"/>
          </a:p>
        </p:txBody>
      </p:sp>
      <p:sp>
        <p:nvSpPr>
          <p:cNvPr id="17" name="Straight Connector 16"/>
          <p:cNvSpPr>
            <a:spLocks noChangeShapeType="1"/>
          </p:cNvSpPr>
          <p:nvPr/>
        </p:nvSpPr>
        <p:spPr bwMode="auto">
          <a:xfrm>
            <a:off x="14224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38" tIns="45719" rIns="91438" bIns="45719" anchor="t" compatLnSpc="1"/>
          <a:lstStyle/>
          <a:p>
            <a:endParaRPr kumimoji="0" lang="en-US"/>
          </a:p>
        </p:txBody>
      </p:sp>
      <p:sp>
        <p:nvSpPr>
          <p:cNvPr id="18" name="Rectangle 17"/>
          <p:cNvSpPr/>
          <p:nvPr/>
        </p:nvSpPr>
        <p:spPr bwMode="auto">
          <a:xfrm>
            <a:off x="1625600" y="0"/>
            <a:ext cx="1016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38" tIns="45719" rIns="91438" bIns="45719" anchor="ctr"/>
          <a:lstStyle/>
          <a:p>
            <a:pPr algn="ctr" eaLnBrk="1" latinLnBrk="0" hangingPunct="1"/>
            <a:endParaRPr kumimoji="0" lang="en-US" dirty="0"/>
          </a:p>
        </p:txBody>
      </p:sp>
      <p:sp>
        <p:nvSpPr>
          <p:cNvPr id="19" name="Oval 18"/>
          <p:cNvSpPr/>
          <p:nvPr/>
        </p:nvSpPr>
        <p:spPr bwMode="auto">
          <a:xfrm>
            <a:off x="812800" y="3429000"/>
            <a:ext cx="17272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38" tIns="45719" rIns="91438" bIns="45719" anchor="ctr"/>
          <a:lstStyle/>
          <a:p>
            <a:pPr algn="ctr" eaLnBrk="1" latinLnBrk="0" hangingPunct="1"/>
            <a:endParaRPr kumimoji="0" lang="en-US" dirty="0"/>
          </a:p>
        </p:txBody>
      </p:sp>
      <p:sp>
        <p:nvSpPr>
          <p:cNvPr id="20" name="Oval 19"/>
          <p:cNvSpPr/>
          <p:nvPr/>
        </p:nvSpPr>
        <p:spPr bwMode="auto">
          <a:xfrm>
            <a:off x="1766272" y="4866752"/>
            <a:ext cx="855232"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38" tIns="45719" rIns="91438" bIns="45719" anchor="ctr"/>
          <a:lstStyle/>
          <a:p>
            <a:pPr algn="ctr" eaLnBrk="1" latinLnBrk="0" hangingPunct="1"/>
            <a:endParaRPr kumimoji="0" lang="en-US" dirty="0"/>
          </a:p>
        </p:txBody>
      </p:sp>
      <p:sp>
        <p:nvSpPr>
          <p:cNvPr id="21" name="Oval 20"/>
          <p:cNvSpPr/>
          <p:nvPr/>
        </p:nvSpPr>
        <p:spPr bwMode="auto">
          <a:xfrm>
            <a:off x="1454773" y="5500632"/>
            <a:ext cx="18288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38" tIns="45719" rIns="91438" bIns="45719" anchor="ctr"/>
          <a:lstStyle/>
          <a:p>
            <a:pPr algn="ctr" eaLnBrk="1" latinLnBrk="0" hangingPunct="1"/>
            <a:endParaRPr kumimoji="0" lang="en-US" dirty="0"/>
          </a:p>
        </p:txBody>
      </p:sp>
      <p:sp>
        <p:nvSpPr>
          <p:cNvPr id="22" name="Oval 21"/>
          <p:cNvSpPr/>
          <p:nvPr/>
        </p:nvSpPr>
        <p:spPr bwMode="auto">
          <a:xfrm>
            <a:off x="2218944" y="5791200"/>
            <a:ext cx="36576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38" tIns="45719" rIns="91438" bIns="45719" anchor="ctr"/>
          <a:lstStyle/>
          <a:p>
            <a:pPr algn="ctr" eaLnBrk="1" latinLnBrk="0" hangingPunct="1"/>
            <a:endParaRPr kumimoji="0" lang="en-US" dirty="0"/>
          </a:p>
        </p:txBody>
      </p:sp>
      <p:sp>
        <p:nvSpPr>
          <p:cNvPr id="23" name="Oval 22"/>
          <p:cNvSpPr/>
          <p:nvPr/>
        </p:nvSpPr>
        <p:spPr bwMode="auto">
          <a:xfrm>
            <a:off x="2505387" y="4479888"/>
            <a:ext cx="48768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38" tIns="45719" rIns="91438" bIns="45719" anchor="ctr"/>
          <a:lstStyle/>
          <a:p>
            <a:pPr algn="ctr" eaLnBrk="1" latinLnBrk="0" hangingPunct="1"/>
            <a:endParaRPr kumimoji="0" lang="en-US" dirty="0"/>
          </a:p>
        </p:txBody>
      </p:sp>
      <p:sp>
        <p:nvSpPr>
          <p:cNvPr id="26" name="Straight Connector 25"/>
          <p:cNvSpPr>
            <a:spLocks noChangeShapeType="1"/>
          </p:cNvSpPr>
          <p:nvPr/>
        </p:nvSpPr>
        <p:spPr bwMode="auto">
          <a:xfrm>
            <a:off x="12130592"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38" tIns="45719" rIns="91438" bIns="45719" anchor="t" compatLnSpc="1"/>
          <a:lstStyle/>
          <a:p>
            <a:endParaRPr kumimoji="0" lang="en-US"/>
          </a:p>
        </p:txBody>
      </p:sp>
      <p:sp>
        <p:nvSpPr>
          <p:cNvPr id="6" name="Slide Number Placeholder 5"/>
          <p:cNvSpPr>
            <a:spLocks noGrp="1"/>
          </p:cNvSpPr>
          <p:nvPr>
            <p:ph type="sldNum" sz="quarter" idx="12"/>
          </p:nvPr>
        </p:nvSpPr>
        <p:spPr bwMode="auto">
          <a:xfrm>
            <a:off x="1787488" y="4928703"/>
            <a:ext cx="812800" cy="517524"/>
          </a:xfrm>
        </p:spPr>
        <p:txBody>
          <a:bodyPr/>
          <a:lstStyle/>
          <a:p>
            <a:fld id="{856CD860-1F8A-4181-8BC7-498279B60372}"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61480EA4-6138-42D4-BB6E-65464F66C55F}" type="datetimeFigureOut">
              <a:rPr lang="en-US" smtClean="0"/>
              <a:pPr/>
              <a:t>9/6/2025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56CD860-1F8A-4181-8BC7-498279B60372}" type="slidenum">
              <a:rPr lang="en-US" smtClean="0"/>
              <a:pPr/>
              <a:t>‹#›</a:t>
            </a:fld>
            <a:endParaRPr lang="en-US"/>
          </a:p>
        </p:txBody>
      </p:sp>
      <p:sp>
        <p:nvSpPr>
          <p:cNvPr id="9" name="Content Placeholder 8"/>
          <p:cNvSpPr>
            <a:spLocks noGrp="1"/>
          </p:cNvSpPr>
          <p:nvPr>
            <p:ph sz="quarter" idx="1"/>
          </p:nvPr>
        </p:nvSpPr>
        <p:spPr>
          <a:xfrm>
            <a:off x="609600" y="1600200"/>
            <a:ext cx="48768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5693664" y="1600200"/>
            <a:ext cx="48768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1"/>
            <a:ext cx="10058400" cy="1143000"/>
          </a:xfrm>
        </p:spPr>
        <p:txBody>
          <a:bodyPr anchor="b"/>
          <a:lstStyle>
            <a:lvl1pPr>
              <a:defRPr/>
            </a:lvl1pPr>
          </a:lstStyle>
          <a:p>
            <a:r>
              <a:rPr kumimoji="0" lang="en-US"/>
              <a:t>Click to edit Master title style</a:t>
            </a:r>
          </a:p>
        </p:txBody>
      </p:sp>
      <p:sp>
        <p:nvSpPr>
          <p:cNvPr id="7" name="Date Placeholder 6"/>
          <p:cNvSpPr>
            <a:spLocks noGrp="1"/>
          </p:cNvSpPr>
          <p:nvPr>
            <p:ph type="dt" sz="half" idx="10"/>
          </p:nvPr>
        </p:nvSpPr>
        <p:spPr/>
        <p:txBody>
          <a:bodyPr/>
          <a:lstStyle/>
          <a:p>
            <a:fld id="{61480EA4-6138-42D4-BB6E-65464F66C55F}" type="datetimeFigureOut">
              <a:rPr lang="en-US" smtClean="0"/>
              <a:pPr/>
              <a:t>9/6/2025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56CD860-1F8A-4181-8BC7-498279B60372}" type="slidenum">
              <a:rPr lang="en-US" smtClean="0"/>
              <a:pPr/>
              <a:t>‹#›</a:t>
            </a:fld>
            <a:endParaRPr lang="en-US"/>
          </a:p>
        </p:txBody>
      </p:sp>
      <p:sp>
        <p:nvSpPr>
          <p:cNvPr id="11" name="Content Placeholder 10"/>
          <p:cNvSpPr>
            <a:spLocks noGrp="1"/>
          </p:cNvSpPr>
          <p:nvPr>
            <p:ph sz="quarter" idx="2"/>
          </p:nvPr>
        </p:nvSpPr>
        <p:spPr>
          <a:xfrm>
            <a:off x="609600" y="2362200"/>
            <a:ext cx="48768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5829300" y="2362200"/>
            <a:ext cx="48768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Text Placeholder 11"/>
          <p:cNvSpPr>
            <a:spLocks noGrp="1"/>
          </p:cNvSpPr>
          <p:nvPr>
            <p:ph type="body" sz="quarter" idx="1"/>
          </p:nvPr>
        </p:nvSpPr>
        <p:spPr>
          <a:xfrm>
            <a:off x="609600" y="1569720"/>
            <a:ext cx="48768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4" name="Text Placeholder 13"/>
          <p:cNvSpPr>
            <a:spLocks noGrp="1"/>
          </p:cNvSpPr>
          <p:nvPr>
            <p:ph type="body" sz="quarter" idx="3"/>
          </p:nvPr>
        </p:nvSpPr>
        <p:spPr>
          <a:xfrm>
            <a:off x="5791200" y="1569720"/>
            <a:ext cx="48768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Date Placeholder 5"/>
          <p:cNvSpPr>
            <a:spLocks noGrp="1"/>
          </p:cNvSpPr>
          <p:nvPr>
            <p:ph type="dt" sz="half" idx="10"/>
          </p:nvPr>
        </p:nvSpPr>
        <p:spPr/>
        <p:txBody>
          <a:bodyPr rtlCol="0"/>
          <a:lstStyle/>
          <a:p>
            <a:fld id="{61480EA4-6138-42D4-BB6E-65464F66C55F}" type="datetimeFigureOut">
              <a:rPr lang="en-US" smtClean="0"/>
              <a:pPr/>
              <a:t>9/6/2025</a:t>
            </a:fld>
            <a:endParaRPr lang="en-US"/>
          </a:p>
        </p:txBody>
      </p:sp>
      <p:sp>
        <p:nvSpPr>
          <p:cNvPr id="7" name="Slide Number Placeholder 6"/>
          <p:cNvSpPr>
            <a:spLocks noGrp="1"/>
          </p:cNvSpPr>
          <p:nvPr>
            <p:ph type="sldNum" sz="quarter" idx="11"/>
          </p:nvPr>
        </p:nvSpPr>
        <p:spPr/>
        <p:txBody>
          <a:bodyPr rtlCol="0"/>
          <a:lstStyle/>
          <a:p>
            <a:fld id="{856CD860-1F8A-4181-8BC7-498279B60372}"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1480EA4-6138-42D4-BB6E-65464F66C55F}" type="datetimeFigureOut">
              <a:rPr lang="en-US" smtClean="0"/>
              <a:pPr/>
              <a:t>9/6/2025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56CD860-1F8A-4181-8BC7-498279B60372}"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11684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38" tIns="45719" rIns="91438" bIns="45719" anchor="t" compatLnSpc="1"/>
          <a:lstStyle/>
          <a:p>
            <a:endParaRPr kumimoji="0" lang="en-US" dirty="0"/>
          </a:p>
        </p:txBody>
      </p:sp>
      <p:sp>
        <p:nvSpPr>
          <p:cNvPr id="2" name="Title 1"/>
          <p:cNvSpPr>
            <a:spLocks noGrp="1"/>
          </p:cNvSpPr>
          <p:nvPr>
            <p:ph type="title"/>
          </p:nvPr>
        </p:nvSpPr>
        <p:spPr>
          <a:xfrm rot="5400000">
            <a:off x="5547360" y="3124200"/>
            <a:ext cx="6309360" cy="609600"/>
          </a:xfrm>
        </p:spPr>
        <p:txBody>
          <a:bodyPr anchor="b"/>
          <a:lstStyle>
            <a:lvl1pPr algn="l">
              <a:buNone/>
              <a:defRPr sz="2000" b="1" cap="small" baseline="0"/>
            </a:lvl1pPr>
          </a:lstStyle>
          <a:p>
            <a:r>
              <a:rPr kumimoji="0" lang="en-US"/>
              <a:t>Click to edit Master title style</a:t>
            </a:r>
          </a:p>
        </p:txBody>
      </p:sp>
      <p:sp>
        <p:nvSpPr>
          <p:cNvPr id="3" name="Text Placeholder 2"/>
          <p:cNvSpPr>
            <a:spLocks noGrp="1"/>
          </p:cNvSpPr>
          <p:nvPr>
            <p:ph type="body" idx="2"/>
          </p:nvPr>
        </p:nvSpPr>
        <p:spPr>
          <a:xfrm>
            <a:off x="9083040" y="274320"/>
            <a:ext cx="2036064" cy="4983480"/>
          </a:xfrm>
        </p:spPr>
        <p:txBody>
          <a:bodyPr/>
          <a:lstStyle>
            <a:lvl1pPr marL="0" indent="0">
              <a:spcBef>
                <a:spcPts val="400"/>
              </a:spcBef>
              <a:spcAft>
                <a:spcPts val="1000"/>
              </a:spcAft>
              <a:buNone/>
              <a:defRPr sz="1200"/>
            </a:lvl1pPr>
            <a:lvl2pPr>
              <a:buNone/>
              <a:defRPr sz="1200"/>
            </a:lvl2pPr>
            <a:lvl3pPr>
              <a:buNone/>
              <a:defRPr sz="1100"/>
            </a:lvl3pPr>
            <a:lvl4pPr>
              <a:buNone/>
              <a:defRPr sz="900"/>
            </a:lvl4pPr>
            <a:lvl5pPr>
              <a:buNone/>
              <a:defRPr sz="900"/>
            </a:lvl5pPr>
          </a:lstStyle>
          <a:p>
            <a:pPr lvl="0" eaLnBrk="1" latinLnBrk="0" hangingPunct="1"/>
            <a:r>
              <a:rPr kumimoji="0" lang="en-US"/>
              <a:t>Click to edit Master text styles</a:t>
            </a:r>
          </a:p>
        </p:txBody>
      </p:sp>
      <p:sp>
        <p:nvSpPr>
          <p:cNvPr id="8" name="Straight Connector 7"/>
          <p:cNvSpPr>
            <a:spLocks noChangeShapeType="1"/>
          </p:cNvSpPr>
          <p:nvPr/>
        </p:nvSpPr>
        <p:spPr bwMode="auto">
          <a:xfrm>
            <a:off x="83312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38" tIns="45719" rIns="91438" bIns="45719" anchor="t" compatLnSpc="1"/>
          <a:lstStyle/>
          <a:p>
            <a:endParaRPr kumimoji="0" lang="en-US" dirty="0"/>
          </a:p>
        </p:txBody>
      </p:sp>
      <p:sp>
        <p:nvSpPr>
          <p:cNvPr id="9" name="Straight Connector 8"/>
          <p:cNvSpPr>
            <a:spLocks noChangeShapeType="1"/>
          </p:cNvSpPr>
          <p:nvPr/>
        </p:nvSpPr>
        <p:spPr bwMode="auto">
          <a:xfrm>
            <a:off x="8256395"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38" tIns="45719" rIns="91438" bIns="45719" anchor="t" compatLnSpc="1"/>
          <a:lstStyle/>
          <a:p>
            <a:endParaRPr kumimoji="0" lang="en-US" dirty="0"/>
          </a:p>
        </p:txBody>
      </p:sp>
      <p:sp>
        <p:nvSpPr>
          <p:cNvPr id="11" name="Straight Connector 10"/>
          <p:cNvSpPr>
            <a:spLocks noChangeShapeType="1"/>
          </p:cNvSpPr>
          <p:nvPr/>
        </p:nvSpPr>
        <p:spPr bwMode="auto">
          <a:xfrm>
            <a:off x="119888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38" tIns="45719" rIns="91438" bIns="45719" anchor="t" compatLnSpc="1"/>
          <a:lstStyle/>
          <a:p>
            <a:endParaRPr kumimoji="0" lang="en-US"/>
          </a:p>
        </p:txBody>
      </p:sp>
      <p:sp>
        <p:nvSpPr>
          <p:cNvPr id="12" name="Rectangle 11"/>
          <p:cNvSpPr/>
          <p:nvPr/>
        </p:nvSpPr>
        <p:spPr bwMode="auto">
          <a:xfrm>
            <a:off x="11785600" y="0"/>
            <a:ext cx="4064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38" tIns="45719" rIns="91438" bIns="45719" anchor="ctr"/>
          <a:lstStyle/>
          <a:p>
            <a:pPr algn="ctr" eaLnBrk="1" latinLnBrk="0" hangingPunct="1"/>
            <a:endParaRPr kumimoji="0" lang="en-US"/>
          </a:p>
        </p:txBody>
      </p:sp>
      <p:sp>
        <p:nvSpPr>
          <p:cNvPr id="13" name="Straight Connector 12"/>
          <p:cNvSpPr>
            <a:spLocks noChangeShapeType="1"/>
          </p:cNvSpPr>
          <p:nvPr/>
        </p:nvSpPr>
        <p:spPr bwMode="auto">
          <a:xfrm>
            <a:off x="118872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38" tIns="45719" rIns="91438" bIns="45719" anchor="t" compatLnSpc="1"/>
          <a:lstStyle/>
          <a:p>
            <a:endParaRPr kumimoji="0" lang="en-US"/>
          </a:p>
        </p:txBody>
      </p:sp>
      <p:sp>
        <p:nvSpPr>
          <p:cNvPr id="14" name="Oval 13"/>
          <p:cNvSpPr/>
          <p:nvPr/>
        </p:nvSpPr>
        <p:spPr>
          <a:xfrm>
            <a:off x="10875264" y="5715000"/>
            <a:ext cx="73152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38" tIns="45719" rIns="91438" bIns="45719" anchor="ctr"/>
          <a:lstStyle/>
          <a:p>
            <a:pPr algn="ctr" eaLnBrk="1" latinLnBrk="0" hangingPunct="1"/>
            <a:endParaRPr kumimoji="0" lang="en-US" dirty="0"/>
          </a:p>
        </p:txBody>
      </p:sp>
      <p:sp>
        <p:nvSpPr>
          <p:cNvPr id="18" name="Content Placeholder 17"/>
          <p:cNvSpPr>
            <a:spLocks noGrp="1"/>
          </p:cNvSpPr>
          <p:nvPr>
            <p:ph sz="quarter" idx="1"/>
          </p:nvPr>
        </p:nvSpPr>
        <p:spPr>
          <a:xfrm>
            <a:off x="406400" y="274320"/>
            <a:ext cx="7518400" cy="6327648"/>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1" name="Date Placeholder 20"/>
          <p:cNvSpPr>
            <a:spLocks noGrp="1"/>
          </p:cNvSpPr>
          <p:nvPr>
            <p:ph type="dt" sz="half" idx="14"/>
          </p:nvPr>
        </p:nvSpPr>
        <p:spPr/>
        <p:txBody>
          <a:bodyPr rtlCol="0"/>
          <a:lstStyle/>
          <a:p>
            <a:fld id="{61480EA4-6138-42D4-BB6E-65464F66C55F}" type="datetimeFigureOut">
              <a:rPr lang="en-US" smtClean="0"/>
              <a:pPr/>
              <a:t>9/6/2025</a:t>
            </a:fld>
            <a:endParaRPr lang="en-US"/>
          </a:p>
        </p:txBody>
      </p:sp>
      <p:sp>
        <p:nvSpPr>
          <p:cNvPr id="22" name="Slide Number Placeholder 21"/>
          <p:cNvSpPr>
            <a:spLocks noGrp="1"/>
          </p:cNvSpPr>
          <p:nvPr>
            <p:ph type="sldNum" sz="quarter" idx="15"/>
          </p:nvPr>
        </p:nvSpPr>
        <p:spPr/>
        <p:txBody>
          <a:bodyPr rtlCol="0"/>
          <a:lstStyle/>
          <a:p>
            <a:fld id="{856CD860-1F8A-4181-8BC7-498279B60372}"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11684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38" tIns="45719" rIns="91438" bIns="45719" anchor="t" compatLnSpc="1"/>
          <a:lstStyle/>
          <a:p>
            <a:endParaRPr kumimoji="0" lang="en-US"/>
          </a:p>
        </p:txBody>
      </p:sp>
      <p:sp>
        <p:nvSpPr>
          <p:cNvPr id="13" name="Oval 12"/>
          <p:cNvSpPr/>
          <p:nvPr/>
        </p:nvSpPr>
        <p:spPr>
          <a:xfrm>
            <a:off x="10875264" y="5715000"/>
            <a:ext cx="73152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38" tIns="45719" rIns="91438" bIns="45719" anchor="ctr"/>
          <a:lstStyle/>
          <a:p>
            <a:pPr algn="ctr" eaLnBrk="1" latinLnBrk="0" hangingPunct="1"/>
            <a:endParaRPr kumimoji="0" lang="en-US" dirty="0"/>
          </a:p>
        </p:txBody>
      </p:sp>
      <p:sp>
        <p:nvSpPr>
          <p:cNvPr id="2" name="Title 1"/>
          <p:cNvSpPr>
            <a:spLocks noGrp="1"/>
          </p:cNvSpPr>
          <p:nvPr>
            <p:ph type="title"/>
          </p:nvPr>
        </p:nvSpPr>
        <p:spPr>
          <a:xfrm rot="5400000">
            <a:off x="5518404" y="3124200"/>
            <a:ext cx="6309360" cy="609600"/>
          </a:xfrm>
        </p:spPr>
        <p:txBody>
          <a:bodyPr anchor="b"/>
          <a:lstStyle>
            <a:lvl1pPr algn="l">
              <a:buNone/>
              <a:defRPr sz="2000" b="1"/>
            </a:lvl1pPr>
          </a:lstStyle>
          <a:p>
            <a:r>
              <a:rPr kumimoji="0" lang="en-US"/>
              <a:t>Click to edit Master title style</a:t>
            </a:r>
          </a:p>
        </p:txBody>
      </p:sp>
      <p:sp>
        <p:nvSpPr>
          <p:cNvPr id="3" name="Picture Placeholder 2"/>
          <p:cNvSpPr>
            <a:spLocks noGrp="1"/>
          </p:cNvSpPr>
          <p:nvPr>
            <p:ph type="pic" idx="1"/>
          </p:nvPr>
        </p:nvSpPr>
        <p:spPr>
          <a:xfrm>
            <a:off x="0" y="0"/>
            <a:ext cx="82296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a:t>Click icon to add picture</a:t>
            </a:r>
            <a:endParaRPr kumimoji="0" lang="en-US" dirty="0"/>
          </a:p>
        </p:txBody>
      </p:sp>
      <p:sp>
        <p:nvSpPr>
          <p:cNvPr id="4" name="Text Placeholder 3"/>
          <p:cNvSpPr>
            <a:spLocks noGrp="1"/>
          </p:cNvSpPr>
          <p:nvPr>
            <p:ph type="body" sz="half" idx="2"/>
          </p:nvPr>
        </p:nvSpPr>
        <p:spPr>
          <a:xfrm>
            <a:off x="9021064" y="264795"/>
            <a:ext cx="2032000" cy="4956048"/>
          </a:xfrm>
        </p:spPr>
        <p:txBody>
          <a:bodyPr rot="0" spcFirstLastPara="0" vertOverflow="overflow" horzOverflow="overflow" vert="horz" wrap="square" lIns="91438" tIns="45719" rIns="91438" bIns="45719" numCol="1" spcCol="274313" rtlCol="0" fromWordArt="0" anchor="t" anchorCtr="0" forceAA="0" compatLnSpc="1">
            <a:normAutofit/>
          </a:bodyPr>
          <a:lstStyle>
            <a:lvl1pPr marL="0" indent="0">
              <a:spcBef>
                <a:spcPts val="100"/>
              </a:spcBef>
              <a:spcAft>
                <a:spcPts val="400"/>
              </a:spcAft>
              <a:buFontTx/>
              <a:buNone/>
              <a:defRPr sz="1200"/>
            </a:lvl1pPr>
            <a:lvl2pPr>
              <a:defRPr sz="1200"/>
            </a:lvl2pPr>
            <a:lvl3pPr>
              <a:defRPr sz="1100"/>
            </a:lvl3pPr>
            <a:lvl4pPr>
              <a:defRPr sz="900"/>
            </a:lvl4pPr>
            <a:lvl5pPr>
              <a:defRPr sz="900"/>
            </a:lvl5pPr>
          </a:lstStyle>
          <a:p>
            <a:pPr lvl="0" eaLnBrk="1" latinLnBrk="0" hangingPunct="1"/>
            <a:r>
              <a:rPr kumimoji="0" lang="en-US"/>
              <a:t>Click to edit Master text styles</a:t>
            </a:r>
          </a:p>
        </p:txBody>
      </p:sp>
      <p:sp>
        <p:nvSpPr>
          <p:cNvPr id="10" name="Straight Connector 9"/>
          <p:cNvSpPr>
            <a:spLocks noChangeShapeType="1"/>
          </p:cNvSpPr>
          <p:nvPr/>
        </p:nvSpPr>
        <p:spPr bwMode="auto">
          <a:xfrm>
            <a:off x="119888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38" tIns="45719" rIns="91438" bIns="45719" anchor="t" compatLnSpc="1"/>
          <a:lstStyle/>
          <a:p>
            <a:endParaRPr kumimoji="0" lang="en-US"/>
          </a:p>
        </p:txBody>
      </p:sp>
      <p:sp>
        <p:nvSpPr>
          <p:cNvPr id="11" name="Rectangle 10"/>
          <p:cNvSpPr/>
          <p:nvPr/>
        </p:nvSpPr>
        <p:spPr bwMode="auto">
          <a:xfrm>
            <a:off x="11785600" y="0"/>
            <a:ext cx="4064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38" tIns="45719" rIns="91438" bIns="45719" anchor="ctr"/>
          <a:lstStyle/>
          <a:p>
            <a:pPr algn="ctr" eaLnBrk="1" latinLnBrk="0" hangingPunct="1"/>
            <a:endParaRPr kumimoji="0" lang="en-US"/>
          </a:p>
        </p:txBody>
      </p:sp>
      <p:sp>
        <p:nvSpPr>
          <p:cNvPr id="12" name="Straight Connector 11"/>
          <p:cNvSpPr>
            <a:spLocks noChangeShapeType="1"/>
          </p:cNvSpPr>
          <p:nvPr/>
        </p:nvSpPr>
        <p:spPr bwMode="auto">
          <a:xfrm>
            <a:off x="118872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38" tIns="45719" rIns="91438" bIns="45719" anchor="t" compatLnSpc="1"/>
          <a:lstStyle/>
          <a:p>
            <a:endParaRPr kumimoji="0" lang="en-US"/>
          </a:p>
        </p:txBody>
      </p:sp>
      <p:sp>
        <p:nvSpPr>
          <p:cNvPr id="19" name="Straight Connector 18"/>
          <p:cNvSpPr>
            <a:spLocks noChangeShapeType="1"/>
          </p:cNvSpPr>
          <p:nvPr/>
        </p:nvSpPr>
        <p:spPr bwMode="auto">
          <a:xfrm>
            <a:off x="83312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38" tIns="45719" rIns="91438" bIns="45719" anchor="t" compatLnSpc="1"/>
          <a:lstStyle/>
          <a:p>
            <a:endParaRPr kumimoji="0" lang="en-US" dirty="0"/>
          </a:p>
        </p:txBody>
      </p:sp>
      <p:sp>
        <p:nvSpPr>
          <p:cNvPr id="20" name="Straight Connector 19"/>
          <p:cNvSpPr>
            <a:spLocks noChangeShapeType="1"/>
          </p:cNvSpPr>
          <p:nvPr/>
        </p:nvSpPr>
        <p:spPr bwMode="auto">
          <a:xfrm>
            <a:off x="8256395"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38" tIns="45719" rIns="91438" bIns="45719" anchor="t" compatLnSpc="1"/>
          <a:lstStyle/>
          <a:p>
            <a:endParaRPr kumimoji="0" lang="en-US" dirty="0"/>
          </a:p>
        </p:txBody>
      </p:sp>
      <p:sp>
        <p:nvSpPr>
          <p:cNvPr id="17" name="Date Placeholder 16"/>
          <p:cNvSpPr>
            <a:spLocks noGrp="1"/>
          </p:cNvSpPr>
          <p:nvPr>
            <p:ph type="dt" sz="half" idx="10"/>
          </p:nvPr>
        </p:nvSpPr>
        <p:spPr/>
        <p:txBody>
          <a:bodyPr rtlCol="0"/>
          <a:lstStyle/>
          <a:p>
            <a:fld id="{61480EA4-6138-42D4-BB6E-65464F66C55F}" type="datetimeFigureOut">
              <a:rPr lang="en-US" smtClean="0"/>
              <a:pPr/>
              <a:t>9/6/2025</a:t>
            </a:fld>
            <a:endParaRPr lang="en-US"/>
          </a:p>
        </p:txBody>
      </p:sp>
      <p:sp>
        <p:nvSpPr>
          <p:cNvPr id="18" name="Slide Number Placeholder 17"/>
          <p:cNvSpPr>
            <a:spLocks noGrp="1"/>
          </p:cNvSpPr>
          <p:nvPr>
            <p:ph type="sldNum" sz="quarter" idx="11"/>
          </p:nvPr>
        </p:nvSpPr>
        <p:spPr/>
        <p:txBody>
          <a:bodyPr rtlCol="0"/>
          <a:lstStyle/>
          <a:p>
            <a:fld id="{856CD860-1F8A-4181-8BC7-498279B60372}"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1480EA4-6138-42D4-BB6E-65464F66C55F}" type="datetimeFigureOut">
              <a:rPr lang="en-US" smtClean="0"/>
              <a:pPr/>
              <a:t>9/6/2025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6CD860-1F8A-4181-8BC7-498279B60372}"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235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40"/>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1480EA4-6138-42D4-BB6E-65464F66C55F}" type="datetimeFigureOut">
              <a:rPr lang="en-US" smtClean="0"/>
              <a:pPr/>
              <a:t>9/6/2025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6CD860-1F8A-4181-8BC7-498279B60372}"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11684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38" tIns="45719" rIns="91438" bIns="45719" anchor="t" compatLnSpc="1"/>
          <a:lstStyle/>
          <a:p>
            <a:endParaRPr kumimoji="0" lang="en-US" dirty="0"/>
          </a:p>
        </p:txBody>
      </p:sp>
      <p:sp>
        <p:nvSpPr>
          <p:cNvPr id="22" name="Title Placeholder 21"/>
          <p:cNvSpPr>
            <a:spLocks noGrp="1"/>
          </p:cNvSpPr>
          <p:nvPr>
            <p:ph type="title"/>
          </p:nvPr>
        </p:nvSpPr>
        <p:spPr>
          <a:xfrm>
            <a:off x="609600" y="274639"/>
            <a:ext cx="9956800" cy="1143000"/>
          </a:xfrm>
          <a:prstGeom prst="rect">
            <a:avLst/>
          </a:prstGeom>
        </p:spPr>
        <p:txBody>
          <a:bodyPr vert="horz" lIns="91438" tIns="45719" rIns="91438" bIns="45719" anchor="b">
            <a:normAutofit/>
          </a:bodyPr>
          <a:lstStyle/>
          <a:p>
            <a:r>
              <a:rPr kumimoji="0" lang="en-US"/>
              <a:t>Click to edit Master title style</a:t>
            </a:r>
          </a:p>
        </p:txBody>
      </p:sp>
      <p:sp>
        <p:nvSpPr>
          <p:cNvPr id="13" name="Text Placeholder 12"/>
          <p:cNvSpPr>
            <a:spLocks noGrp="1"/>
          </p:cNvSpPr>
          <p:nvPr>
            <p:ph type="body" idx="1"/>
          </p:nvPr>
        </p:nvSpPr>
        <p:spPr>
          <a:xfrm>
            <a:off x="609600" y="1600200"/>
            <a:ext cx="9956800" cy="4873752"/>
          </a:xfrm>
          <a:prstGeom prst="rect">
            <a:avLst/>
          </a:prstGeom>
        </p:spPr>
        <p:txBody>
          <a:bodyPr vert="horz" lIns="91438" tIns="45719" rIns="91438" bIns="45719">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rot="5400000">
            <a:off x="10454640" y="1017843"/>
            <a:ext cx="2011680" cy="512064"/>
          </a:xfrm>
          <a:prstGeom prst="rect">
            <a:avLst/>
          </a:prstGeom>
        </p:spPr>
        <p:txBody>
          <a:bodyPr vert="horz" lIns="91438" tIns="45719" rIns="91438" bIns="45719" anchor="ctr" anchorCtr="0"/>
          <a:lstStyle>
            <a:lvl1pPr algn="r" eaLnBrk="1" latinLnBrk="0" hangingPunct="1">
              <a:defRPr kumimoji="0" sz="1200">
                <a:solidFill>
                  <a:schemeClr val="tx2"/>
                </a:solidFill>
              </a:defRPr>
            </a:lvl1pPr>
          </a:lstStyle>
          <a:p>
            <a:fld id="{61480EA4-6138-42D4-BB6E-65464F66C55F}" type="datetimeFigureOut">
              <a:rPr lang="en-US" smtClean="0"/>
              <a:pPr/>
              <a:t>9/6/2025</a:t>
            </a:fld>
            <a:endParaRPr lang="en-US"/>
          </a:p>
        </p:txBody>
      </p:sp>
      <p:sp>
        <p:nvSpPr>
          <p:cNvPr id="3" name="Footer Placeholder 2"/>
          <p:cNvSpPr>
            <a:spLocks noGrp="1"/>
          </p:cNvSpPr>
          <p:nvPr>
            <p:ph type="ftr" sz="quarter" idx="3"/>
          </p:nvPr>
        </p:nvSpPr>
        <p:spPr>
          <a:xfrm rot="5400000">
            <a:off x="9853648" y="3676280"/>
            <a:ext cx="3200400" cy="487680"/>
          </a:xfrm>
          <a:prstGeom prst="rect">
            <a:avLst/>
          </a:prstGeom>
        </p:spPr>
        <p:txBody>
          <a:bodyPr vert="horz" lIns="91438" tIns="45719" rIns="91438" bIns="45719"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1016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38" tIns="45719" rIns="91438" bIns="45719" anchor="t" compatLnSpc="1"/>
          <a:lstStyle/>
          <a:p>
            <a:endParaRPr kumimoji="0" lang="en-US"/>
          </a:p>
        </p:txBody>
      </p:sp>
      <p:sp>
        <p:nvSpPr>
          <p:cNvPr id="9" name="Straight Connector 8"/>
          <p:cNvSpPr>
            <a:spLocks noChangeShapeType="1"/>
          </p:cNvSpPr>
          <p:nvPr/>
        </p:nvSpPr>
        <p:spPr bwMode="auto">
          <a:xfrm>
            <a:off x="119888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38" tIns="45719" rIns="91438" bIns="45719" anchor="t" compatLnSpc="1"/>
          <a:lstStyle/>
          <a:p>
            <a:endParaRPr kumimoji="0" lang="en-US"/>
          </a:p>
        </p:txBody>
      </p:sp>
      <p:sp>
        <p:nvSpPr>
          <p:cNvPr id="10" name="Rectangle 9"/>
          <p:cNvSpPr/>
          <p:nvPr/>
        </p:nvSpPr>
        <p:spPr bwMode="auto">
          <a:xfrm>
            <a:off x="11785600" y="0"/>
            <a:ext cx="4064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38" tIns="45719" rIns="91438" bIns="45719" anchor="ctr"/>
          <a:lstStyle/>
          <a:p>
            <a:pPr algn="ctr" eaLnBrk="1" latinLnBrk="0" hangingPunct="1"/>
            <a:endParaRPr kumimoji="0" lang="en-US"/>
          </a:p>
        </p:txBody>
      </p:sp>
      <p:sp>
        <p:nvSpPr>
          <p:cNvPr id="11" name="Straight Connector 10"/>
          <p:cNvSpPr>
            <a:spLocks noChangeShapeType="1"/>
          </p:cNvSpPr>
          <p:nvPr/>
        </p:nvSpPr>
        <p:spPr bwMode="auto">
          <a:xfrm>
            <a:off x="118872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38" tIns="45719" rIns="91438" bIns="45719" anchor="t" compatLnSpc="1"/>
          <a:lstStyle/>
          <a:p>
            <a:endParaRPr kumimoji="0" lang="en-US"/>
          </a:p>
        </p:txBody>
      </p:sp>
      <p:sp>
        <p:nvSpPr>
          <p:cNvPr id="12" name="Oval 11"/>
          <p:cNvSpPr/>
          <p:nvPr/>
        </p:nvSpPr>
        <p:spPr>
          <a:xfrm>
            <a:off x="10875264" y="5715000"/>
            <a:ext cx="73152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1438" tIns="45719" rIns="91438" bIns="45719"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10838688" y="5734051"/>
            <a:ext cx="812800" cy="521208"/>
          </a:xfrm>
          <a:prstGeom prst="rect">
            <a:avLst/>
          </a:prstGeom>
        </p:spPr>
        <p:txBody>
          <a:bodyPr vert="horz" lIns="91438" tIns="45719" rIns="91438" bIns="45719" anchor="ctr"/>
          <a:lstStyle>
            <a:lvl1pPr algn="ctr" eaLnBrk="1" latinLnBrk="0" hangingPunct="1">
              <a:defRPr kumimoji="0" sz="1500" b="1">
                <a:solidFill>
                  <a:srgbClr val="FFFFFF"/>
                </a:solidFill>
              </a:defRPr>
            </a:lvl1pPr>
          </a:lstStyle>
          <a:p>
            <a:fld id="{856CD860-1F8A-4181-8BC7-498279B60372}"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3100" b="0" kern="1200" cap="small" baseline="0">
          <a:solidFill>
            <a:schemeClr val="tx2"/>
          </a:solidFill>
          <a:latin typeface="+mj-lt"/>
          <a:ea typeface="+mj-ea"/>
          <a:cs typeface="+mj-cs"/>
        </a:defRPr>
      </a:lvl1pPr>
    </p:titleStyle>
    <p:bodyStyle>
      <a:lvl1pPr marL="274313" indent="-274313"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64" indent="-274313"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377" indent="-182875" algn="l" rtl="0" eaLnBrk="1" latinLnBrk="0" hangingPunct="1">
        <a:spcBef>
          <a:spcPct val="20000"/>
        </a:spcBef>
        <a:buClr>
          <a:schemeClr val="accent1">
            <a:shade val="75000"/>
          </a:schemeClr>
        </a:buClr>
        <a:buSzPct val="60000"/>
        <a:buFont typeface="Wingdings"/>
        <a:buChar char=""/>
        <a:defRPr kumimoji="0" sz="1900" kern="1200">
          <a:solidFill>
            <a:schemeClr val="tx1"/>
          </a:solidFill>
          <a:latin typeface="+mn-lt"/>
          <a:ea typeface="+mn-ea"/>
          <a:cs typeface="+mn-cs"/>
        </a:defRPr>
      </a:lvl3pPr>
      <a:lvl4pPr marL="1188690" indent="-182875" algn="l" rtl="0" eaLnBrk="1" latinLnBrk="0" hangingPunct="1">
        <a:spcBef>
          <a:spcPct val="20000"/>
        </a:spcBef>
        <a:buClr>
          <a:schemeClr val="accent1">
            <a:tint val="60000"/>
          </a:schemeClr>
        </a:buClr>
        <a:buSzPct val="60000"/>
        <a:buFont typeface="Wingdings"/>
        <a:buChar char=""/>
        <a:defRPr kumimoji="0" sz="1900" kern="1200">
          <a:solidFill>
            <a:schemeClr val="tx1"/>
          </a:solidFill>
          <a:latin typeface="+mn-lt"/>
          <a:ea typeface="+mn-ea"/>
          <a:cs typeface="+mn-cs"/>
        </a:defRPr>
      </a:lvl4pPr>
      <a:lvl5pPr marL="1463003" indent="-182875"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17" indent="-182875"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30" indent="-182875" algn="l" rtl="0" eaLnBrk="1" latinLnBrk="0" hangingPunct="1">
        <a:spcBef>
          <a:spcPct val="20000"/>
        </a:spcBef>
        <a:buClr>
          <a:schemeClr val="accent1">
            <a:tint val="60000"/>
          </a:schemeClr>
        </a:buClr>
        <a:buSzPct val="60000"/>
        <a:buFont typeface="Wingdings"/>
        <a:buChar char=""/>
        <a:defRPr kumimoji="0" sz="1500" kern="1200" baseline="0">
          <a:solidFill>
            <a:schemeClr val="tx2"/>
          </a:solidFill>
          <a:latin typeface="+mn-lt"/>
          <a:ea typeface="+mn-ea"/>
          <a:cs typeface="+mn-cs"/>
        </a:defRPr>
      </a:lvl7pPr>
      <a:lvl8pPr marL="2285943" indent="-182875" algn="l" rtl="0" eaLnBrk="1" latinLnBrk="0" hangingPunct="1">
        <a:spcBef>
          <a:spcPct val="20000"/>
        </a:spcBef>
        <a:buClr>
          <a:schemeClr val="accent2"/>
        </a:buClr>
        <a:buChar char="•"/>
        <a:defRPr kumimoji="0" sz="1500" kern="1200" cap="small" baseline="0">
          <a:solidFill>
            <a:schemeClr val="tx2"/>
          </a:solidFill>
          <a:latin typeface="+mn-lt"/>
          <a:ea typeface="+mn-ea"/>
          <a:cs typeface="+mn-cs"/>
        </a:defRPr>
      </a:lvl8pPr>
      <a:lvl9pPr marL="2560256" indent="-182875" algn="l" rtl="0" eaLnBrk="1" latinLnBrk="0" hangingPunct="1">
        <a:spcBef>
          <a:spcPct val="20000"/>
        </a:spcBef>
        <a:buClr>
          <a:schemeClr val="accent1">
            <a:shade val="75000"/>
          </a:schemeClr>
        </a:buClr>
        <a:buChar char="•"/>
        <a:defRPr kumimoji="0" sz="15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189" algn="l" rtl="0" eaLnBrk="1" latinLnBrk="0" hangingPunct="1">
        <a:defRPr kumimoji="0" kern="1200">
          <a:solidFill>
            <a:schemeClr val="tx1"/>
          </a:solidFill>
          <a:latin typeface="+mn-lt"/>
          <a:ea typeface="+mn-ea"/>
          <a:cs typeface="+mn-cs"/>
        </a:defRPr>
      </a:lvl2pPr>
      <a:lvl3pPr marL="914377" algn="l" rtl="0" eaLnBrk="1" latinLnBrk="0" hangingPunct="1">
        <a:defRPr kumimoji="0" kern="1200">
          <a:solidFill>
            <a:schemeClr val="tx1"/>
          </a:solidFill>
          <a:latin typeface="+mn-lt"/>
          <a:ea typeface="+mn-ea"/>
          <a:cs typeface="+mn-cs"/>
        </a:defRPr>
      </a:lvl3pPr>
      <a:lvl4pPr marL="1371566" algn="l" rtl="0" eaLnBrk="1" latinLnBrk="0" hangingPunct="1">
        <a:defRPr kumimoji="0" kern="1200">
          <a:solidFill>
            <a:schemeClr val="tx1"/>
          </a:solidFill>
          <a:latin typeface="+mn-lt"/>
          <a:ea typeface="+mn-ea"/>
          <a:cs typeface="+mn-cs"/>
        </a:defRPr>
      </a:lvl4pPr>
      <a:lvl5pPr marL="1828754" algn="l" rtl="0" eaLnBrk="1" latinLnBrk="0" hangingPunct="1">
        <a:defRPr kumimoji="0" kern="1200">
          <a:solidFill>
            <a:schemeClr val="tx1"/>
          </a:solidFill>
          <a:latin typeface="+mn-lt"/>
          <a:ea typeface="+mn-ea"/>
          <a:cs typeface="+mn-cs"/>
        </a:defRPr>
      </a:lvl5pPr>
      <a:lvl6pPr marL="2285943" algn="l" rtl="0" eaLnBrk="1" latinLnBrk="0" hangingPunct="1">
        <a:defRPr kumimoji="0" kern="1200">
          <a:solidFill>
            <a:schemeClr val="tx1"/>
          </a:solidFill>
          <a:latin typeface="+mn-lt"/>
          <a:ea typeface="+mn-ea"/>
          <a:cs typeface="+mn-cs"/>
        </a:defRPr>
      </a:lvl6pPr>
      <a:lvl7pPr marL="2743131" algn="l" rtl="0" eaLnBrk="1" latinLnBrk="0" hangingPunct="1">
        <a:defRPr kumimoji="0" kern="1200">
          <a:solidFill>
            <a:schemeClr val="tx1"/>
          </a:solidFill>
          <a:latin typeface="+mn-lt"/>
          <a:ea typeface="+mn-ea"/>
          <a:cs typeface="+mn-cs"/>
        </a:defRPr>
      </a:lvl7pPr>
      <a:lvl8pPr marL="3200320" algn="l" rtl="0" eaLnBrk="1" latinLnBrk="0" hangingPunct="1">
        <a:defRPr kumimoji="0" kern="1200">
          <a:solidFill>
            <a:schemeClr val="tx1"/>
          </a:solidFill>
          <a:latin typeface="+mn-lt"/>
          <a:ea typeface="+mn-ea"/>
          <a:cs typeface="+mn-cs"/>
        </a:defRPr>
      </a:lvl8pPr>
      <a:lvl9pPr marL="3657509"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2762250" y="809954"/>
            <a:ext cx="8549509" cy="1790371"/>
          </a:xfrm>
          <a:prstGeom prst="rect">
            <a:avLst/>
          </a:prstGeom>
          <a:ln>
            <a:solidFill>
              <a:schemeClr val="tx1"/>
            </a:solidFill>
          </a:ln>
        </p:spPr>
        <p:txBody>
          <a:bodyPr spcFirstLastPara="1" wrap="square" lIns="121897" tIns="121897" rIns="121897" bIns="121897" anchor="b" anchorCtr="0">
            <a:normAutofit/>
          </a:bodyPr>
          <a:lstStyle/>
          <a:p>
            <a:pPr>
              <a:lnSpc>
                <a:spcPct val="150000"/>
              </a:lnSpc>
            </a:pPr>
            <a:r>
              <a:rPr lang="en-US" b="0" dirty="0"/>
              <a:t>    NLP PROJECT TITLE :	</a:t>
            </a:r>
            <a:br>
              <a:rPr lang="en-US" b="0" dirty="0"/>
            </a:br>
            <a:r>
              <a:rPr lang="en-US" b="0" dirty="0"/>
              <a:t>    SPEECH EMOTION RECOGNITION </a:t>
            </a:r>
            <a:endParaRPr sz="4800" dirty="0"/>
          </a:p>
        </p:txBody>
      </p:sp>
      <p:sp>
        <p:nvSpPr>
          <p:cNvPr id="55" name="Google Shape;55;p13"/>
          <p:cNvSpPr txBox="1">
            <a:spLocks noGrp="1"/>
          </p:cNvSpPr>
          <p:nvPr>
            <p:ph type="subTitle" idx="1"/>
          </p:nvPr>
        </p:nvSpPr>
        <p:spPr>
          <a:xfrm>
            <a:off x="7037004" y="3571875"/>
            <a:ext cx="4168009" cy="1667659"/>
          </a:xfrm>
          <a:prstGeom prst="rect">
            <a:avLst/>
          </a:prstGeom>
          <a:ln>
            <a:solidFill>
              <a:schemeClr val="tx1"/>
            </a:solidFill>
          </a:ln>
        </p:spPr>
        <p:txBody>
          <a:bodyPr spcFirstLastPara="1" wrap="square" lIns="121897" tIns="121897" rIns="121897" bIns="121897" anchor="t" anchorCtr="0">
            <a:normAutofit/>
          </a:bodyPr>
          <a:lstStyle/>
          <a:p>
            <a:pPr>
              <a:spcBef>
                <a:spcPts val="0"/>
              </a:spcBef>
            </a:pPr>
            <a:r>
              <a:rPr lang="en-US" dirty="0"/>
              <a:t>Presented by:</a:t>
            </a:r>
          </a:p>
          <a:p>
            <a:pPr algn="ctr">
              <a:spcBef>
                <a:spcPts val="0"/>
              </a:spcBef>
            </a:pPr>
            <a:r>
              <a:rPr lang="en-US" dirty="0"/>
              <a:t>KANISHKA R</a:t>
            </a:r>
          </a:p>
          <a:p>
            <a:pPr algn="ctr">
              <a:spcBef>
                <a:spcPts val="0"/>
              </a:spcBef>
            </a:pPr>
            <a:r>
              <a:rPr lang="en-US" dirty="0"/>
              <a:t>NIVETHA A</a:t>
            </a:r>
          </a:p>
          <a:p>
            <a:pPr algn="ctr">
              <a:spcBef>
                <a:spcPts val="0"/>
              </a:spcBef>
            </a:pPr>
            <a:r>
              <a:rPr lang="en-US" dirty="0"/>
              <a:t>KARTHIGA 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202AB-D6BE-4A1E-BB11-8AC83B131EA9}"/>
              </a:ext>
            </a:extLst>
          </p:cNvPr>
          <p:cNvSpPr>
            <a:spLocks noGrp="1"/>
          </p:cNvSpPr>
          <p:nvPr>
            <p:ph type="title"/>
          </p:nvPr>
        </p:nvSpPr>
        <p:spPr>
          <a:xfrm>
            <a:off x="504825" y="288798"/>
            <a:ext cx="9956800" cy="773111"/>
          </a:xfrm>
        </p:spPr>
        <p:txBody>
          <a:bodyPr/>
          <a:lstStyle/>
          <a:p>
            <a:r>
              <a:rPr lang="en-US" dirty="0"/>
              <a:t>Introduction:</a:t>
            </a:r>
          </a:p>
        </p:txBody>
      </p:sp>
      <p:sp>
        <p:nvSpPr>
          <p:cNvPr id="3" name="Content Placeholder 2">
            <a:extLst>
              <a:ext uri="{FF2B5EF4-FFF2-40B4-BE49-F238E27FC236}">
                <a16:creationId xmlns:a16="http://schemas.microsoft.com/office/drawing/2014/main" id="{10FE9454-5110-4A0B-B887-5A5AB1B30755}"/>
              </a:ext>
            </a:extLst>
          </p:cNvPr>
          <p:cNvSpPr>
            <a:spLocks noGrp="1"/>
          </p:cNvSpPr>
          <p:nvPr>
            <p:ph sz="quarter" idx="1"/>
          </p:nvPr>
        </p:nvSpPr>
        <p:spPr>
          <a:xfrm>
            <a:off x="952499" y="1295400"/>
            <a:ext cx="9610725" cy="4873752"/>
          </a:xfrm>
          <a:ln>
            <a:solidFill>
              <a:schemeClr val="tx1"/>
            </a:solidFill>
          </a:ln>
        </p:spPr>
        <p:txBody>
          <a:bodyPr>
            <a:normAutofit/>
          </a:bodyPr>
          <a:lstStyle/>
          <a:p>
            <a:pPr fontAlgn="base">
              <a:lnSpc>
                <a:spcPct val="150000"/>
              </a:lnSpc>
            </a:pPr>
            <a:r>
              <a:rPr lang="en-US" sz="2000" dirty="0"/>
              <a:t>Speech Emotion Recognition (SER) aims to identify and classify human emotions (such as happiness, sadness, anger, etc.) based on speech signals. Current models often struggle with accuracy and generalization due to the variability in speech patterns, background noise, and limited labeled data. </a:t>
            </a:r>
          </a:p>
          <a:p>
            <a:pPr fontAlgn="base">
              <a:lnSpc>
                <a:spcPct val="150000"/>
              </a:lnSpc>
            </a:pPr>
            <a:endParaRPr lang="en-US" sz="2000" dirty="0"/>
          </a:p>
          <a:p>
            <a:pPr>
              <a:lnSpc>
                <a:spcPct val="150000"/>
              </a:lnSpc>
            </a:pPr>
            <a:r>
              <a:rPr lang="en-US" sz="2000" dirty="0"/>
              <a:t>Additionally, the challenges of speaker variability and the environmental context further complicate accurate emotion detection. This project focuses on developing a robust model that can reliably detect emotions across different speakers, accents, and noisy conditions, ensuring a higher level of accuracy and generalization in real-world scenarios.</a:t>
            </a:r>
          </a:p>
        </p:txBody>
      </p:sp>
    </p:spTree>
    <p:extLst>
      <p:ext uri="{BB962C8B-B14F-4D97-AF65-F5344CB8AC3E}">
        <p14:creationId xmlns:p14="http://schemas.microsoft.com/office/powerpoint/2010/main" val="38448344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BD9FC-BBCD-4481-AA60-7CA137EE99F6}"/>
              </a:ext>
            </a:extLst>
          </p:cNvPr>
          <p:cNvSpPr>
            <a:spLocks noGrp="1"/>
          </p:cNvSpPr>
          <p:nvPr>
            <p:ph type="title"/>
          </p:nvPr>
        </p:nvSpPr>
        <p:spPr>
          <a:xfrm>
            <a:off x="396875" y="207009"/>
            <a:ext cx="9875520" cy="594679"/>
          </a:xfrm>
        </p:spPr>
        <p:txBody>
          <a:bodyPr/>
          <a:lstStyle/>
          <a:p>
            <a:r>
              <a:rPr lang="en-US" dirty="0"/>
              <a:t>License and version:</a:t>
            </a:r>
          </a:p>
        </p:txBody>
      </p:sp>
      <p:graphicFrame>
        <p:nvGraphicFramePr>
          <p:cNvPr id="10" name="Content Placeholder 9">
            <a:extLst>
              <a:ext uri="{FF2B5EF4-FFF2-40B4-BE49-F238E27FC236}">
                <a16:creationId xmlns:a16="http://schemas.microsoft.com/office/drawing/2014/main" id="{734184E1-5266-8D8E-0ED0-21FB8863BE62}"/>
              </a:ext>
            </a:extLst>
          </p:cNvPr>
          <p:cNvGraphicFramePr>
            <a:graphicFrameLocks noGrp="1"/>
          </p:cNvGraphicFramePr>
          <p:nvPr>
            <p:ph sz="quarter" idx="1"/>
            <p:extLst>
              <p:ext uri="{D42A27DB-BD31-4B8C-83A1-F6EECF244321}">
                <p14:modId xmlns:p14="http://schemas.microsoft.com/office/powerpoint/2010/main" val="3087125209"/>
              </p:ext>
            </p:extLst>
          </p:nvPr>
        </p:nvGraphicFramePr>
        <p:xfrm>
          <a:off x="629920" y="932734"/>
          <a:ext cx="9875520" cy="5529028"/>
        </p:xfrm>
        <a:graphic>
          <a:graphicData uri="http://schemas.openxmlformats.org/drawingml/2006/table">
            <a:tbl>
              <a:tblPr>
                <a:tableStyleId>{22838BEF-8BB2-4498-84A7-C5851F593DF1}</a:tableStyleId>
              </a:tblPr>
              <a:tblGrid>
                <a:gridCol w="3291840">
                  <a:extLst>
                    <a:ext uri="{9D8B030D-6E8A-4147-A177-3AD203B41FA5}">
                      <a16:colId xmlns:a16="http://schemas.microsoft.com/office/drawing/2014/main" val="1061006327"/>
                    </a:ext>
                  </a:extLst>
                </a:gridCol>
                <a:gridCol w="3291840">
                  <a:extLst>
                    <a:ext uri="{9D8B030D-6E8A-4147-A177-3AD203B41FA5}">
                      <a16:colId xmlns:a16="http://schemas.microsoft.com/office/drawing/2014/main" val="3037225327"/>
                    </a:ext>
                  </a:extLst>
                </a:gridCol>
                <a:gridCol w="3291840">
                  <a:extLst>
                    <a:ext uri="{9D8B030D-6E8A-4147-A177-3AD203B41FA5}">
                      <a16:colId xmlns:a16="http://schemas.microsoft.com/office/drawing/2014/main" val="3097416823"/>
                    </a:ext>
                  </a:extLst>
                </a:gridCol>
              </a:tblGrid>
              <a:tr h="312306">
                <a:tc>
                  <a:txBody>
                    <a:bodyPr/>
                    <a:lstStyle/>
                    <a:p>
                      <a:pPr>
                        <a:buNone/>
                      </a:pPr>
                      <a:r>
                        <a:rPr lang="en-IN" sz="1400" b="1"/>
                        <a:t>Software / Library</a:t>
                      </a:r>
                      <a:endParaRPr lang="en-IN" sz="1400"/>
                    </a:p>
                  </a:txBody>
                  <a:tcPr marL="68643" marR="68643" marT="34321" marB="34321" anchor="ctr"/>
                </a:tc>
                <a:tc>
                  <a:txBody>
                    <a:bodyPr/>
                    <a:lstStyle/>
                    <a:p>
                      <a:pPr>
                        <a:buNone/>
                      </a:pPr>
                      <a:r>
                        <a:rPr lang="en-IN" sz="1400" b="1"/>
                        <a:t>Version</a:t>
                      </a:r>
                      <a:endParaRPr lang="en-IN" sz="1400"/>
                    </a:p>
                  </a:txBody>
                  <a:tcPr marL="68643" marR="68643" marT="34321" marB="34321" anchor="ctr"/>
                </a:tc>
                <a:tc>
                  <a:txBody>
                    <a:bodyPr/>
                    <a:lstStyle/>
                    <a:p>
                      <a:pPr>
                        <a:buNone/>
                      </a:pPr>
                      <a:r>
                        <a:rPr lang="en-IN" sz="1400" b="1"/>
                        <a:t>License</a:t>
                      </a:r>
                      <a:endParaRPr lang="en-IN" sz="1400"/>
                    </a:p>
                  </a:txBody>
                  <a:tcPr marL="68643" marR="68643" marT="34321" marB="34321" anchor="ctr"/>
                </a:tc>
                <a:extLst>
                  <a:ext uri="{0D108BD9-81ED-4DB2-BD59-A6C34878D82A}">
                    <a16:rowId xmlns:a16="http://schemas.microsoft.com/office/drawing/2014/main" val="699070040"/>
                  </a:ext>
                </a:extLst>
              </a:tr>
              <a:tr h="312306">
                <a:tc>
                  <a:txBody>
                    <a:bodyPr/>
                    <a:lstStyle/>
                    <a:p>
                      <a:pPr>
                        <a:buNone/>
                      </a:pPr>
                      <a:r>
                        <a:rPr lang="en-IN" sz="1400"/>
                        <a:t>Python</a:t>
                      </a:r>
                    </a:p>
                  </a:txBody>
                  <a:tcPr marL="68643" marR="68643" marT="34321" marB="34321" anchor="ctr"/>
                </a:tc>
                <a:tc>
                  <a:txBody>
                    <a:bodyPr/>
                    <a:lstStyle/>
                    <a:p>
                      <a:pPr>
                        <a:buNone/>
                      </a:pPr>
                      <a:r>
                        <a:rPr lang="en-IN" sz="1400"/>
                        <a:t>3.10</a:t>
                      </a:r>
                    </a:p>
                  </a:txBody>
                  <a:tcPr marL="68643" marR="68643" marT="34321" marB="34321" anchor="ctr"/>
                </a:tc>
                <a:tc>
                  <a:txBody>
                    <a:bodyPr/>
                    <a:lstStyle/>
                    <a:p>
                      <a:pPr>
                        <a:buNone/>
                      </a:pPr>
                      <a:r>
                        <a:rPr lang="en-IN" sz="1400"/>
                        <a:t>PSF License</a:t>
                      </a:r>
                    </a:p>
                  </a:txBody>
                  <a:tcPr marL="68643" marR="68643" marT="34321" marB="34321" anchor="ctr"/>
                </a:tc>
                <a:extLst>
                  <a:ext uri="{0D108BD9-81ED-4DB2-BD59-A6C34878D82A}">
                    <a16:rowId xmlns:a16="http://schemas.microsoft.com/office/drawing/2014/main" val="2921526499"/>
                  </a:ext>
                </a:extLst>
              </a:tr>
              <a:tr h="312306">
                <a:tc>
                  <a:txBody>
                    <a:bodyPr/>
                    <a:lstStyle/>
                    <a:p>
                      <a:pPr>
                        <a:buNone/>
                      </a:pPr>
                      <a:r>
                        <a:rPr lang="en-IN" sz="1400"/>
                        <a:t>TensorFlow</a:t>
                      </a:r>
                    </a:p>
                  </a:txBody>
                  <a:tcPr marL="68643" marR="68643" marT="34321" marB="34321" anchor="ctr"/>
                </a:tc>
                <a:tc>
                  <a:txBody>
                    <a:bodyPr/>
                    <a:lstStyle/>
                    <a:p>
                      <a:pPr>
                        <a:buNone/>
                      </a:pPr>
                      <a:r>
                        <a:rPr lang="en-IN" sz="1400" dirty="0"/>
                        <a:t>2.12.0</a:t>
                      </a:r>
                    </a:p>
                  </a:txBody>
                  <a:tcPr marL="68643" marR="68643" marT="34321" marB="34321" anchor="ctr"/>
                </a:tc>
                <a:tc>
                  <a:txBody>
                    <a:bodyPr/>
                    <a:lstStyle/>
                    <a:p>
                      <a:pPr>
                        <a:buNone/>
                      </a:pPr>
                      <a:r>
                        <a:rPr lang="en-IN" sz="1400"/>
                        <a:t>Apache License 2.0</a:t>
                      </a:r>
                    </a:p>
                  </a:txBody>
                  <a:tcPr marL="68643" marR="68643" marT="34321" marB="34321" anchor="ctr"/>
                </a:tc>
                <a:extLst>
                  <a:ext uri="{0D108BD9-81ED-4DB2-BD59-A6C34878D82A}">
                    <a16:rowId xmlns:a16="http://schemas.microsoft.com/office/drawing/2014/main" val="1207545510"/>
                  </a:ext>
                </a:extLst>
              </a:tr>
              <a:tr h="312306">
                <a:tc>
                  <a:txBody>
                    <a:bodyPr/>
                    <a:lstStyle/>
                    <a:p>
                      <a:pPr>
                        <a:buNone/>
                      </a:pPr>
                      <a:r>
                        <a:rPr lang="en-IN" sz="1400"/>
                        <a:t>Keras</a:t>
                      </a:r>
                    </a:p>
                  </a:txBody>
                  <a:tcPr marL="68643" marR="68643" marT="34321" marB="34321" anchor="ctr"/>
                </a:tc>
                <a:tc>
                  <a:txBody>
                    <a:bodyPr/>
                    <a:lstStyle/>
                    <a:p>
                      <a:pPr>
                        <a:buNone/>
                      </a:pPr>
                      <a:r>
                        <a:rPr lang="en-IN" sz="1400"/>
                        <a:t>2.12.0</a:t>
                      </a:r>
                    </a:p>
                  </a:txBody>
                  <a:tcPr marL="68643" marR="68643" marT="34321" marB="34321" anchor="ctr"/>
                </a:tc>
                <a:tc>
                  <a:txBody>
                    <a:bodyPr/>
                    <a:lstStyle/>
                    <a:p>
                      <a:pPr>
                        <a:buNone/>
                      </a:pPr>
                      <a:r>
                        <a:rPr lang="en-IN" sz="1400"/>
                        <a:t>Apache License 2.0</a:t>
                      </a:r>
                    </a:p>
                  </a:txBody>
                  <a:tcPr marL="68643" marR="68643" marT="34321" marB="34321" anchor="ctr"/>
                </a:tc>
                <a:extLst>
                  <a:ext uri="{0D108BD9-81ED-4DB2-BD59-A6C34878D82A}">
                    <a16:rowId xmlns:a16="http://schemas.microsoft.com/office/drawing/2014/main" val="211261431"/>
                  </a:ext>
                </a:extLst>
              </a:tr>
              <a:tr h="312306">
                <a:tc>
                  <a:txBody>
                    <a:bodyPr/>
                    <a:lstStyle/>
                    <a:p>
                      <a:pPr>
                        <a:buNone/>
                      </a:pPr>
                      <a:r>
                        <a:rPr lang="en-IN" sz="1400"/>
                        <a:t>Flask</a:t>
                      </a:r>
                    </a:p>
                  </a:txBody>
                  <a:tcPr marL="68643" marR="68643" marT="34321" marB="34321" anchor="ctr"/>
                </a:tc>
                <a:tc>
                  <a:txBody>
                    <a:bodyPr/>
                    <a:lstStyle/>
                    <a:p>
                      <a:pPr>
                        <a:buNone/>
                      </a:pPr>
                      <a:r>
                        <a:rPr lang="en-IN" sz="1400" dirty="0"/>
                        <a:t>2.3.3</a:t>
                      </a:r>
                    </a:p>
                  </a:txBody>
                  <a:tcPr marL="68643" marR="68643" marT="34321" marB="34321" anchor="ctr"/>
                </a:tc>
                <a:tc>
                  <a:txBody>
                    <a:bodyPr/>
                    <a:lstStyle/>
                    <a:p>
                      <a:pPr>
                        <a:buNone/>
                      </a:pPr>
                      <a:r>
                        <a:rPr lang="en-IN" sz="1400"/>
                        <a:t>BSD-3-Clause</a:t>
                      </a:r>
                    </a:p>
                  </a:txBody>
                  <a:tcPr marL="68643" marR="68643" marT="34321" marB="34321" anchor="ctr"/>
                </a:tc>
                <a:extLst>
                  <a:ext uri="{0D108BD9-81ED-4DB2-BD59-A6C34878D82A}">
                    <a16:rowId xmlns:a16="http://schemas.microsoft.com/office/drawing/2014/main" val="2358571524"/>
                  </a:ext>
                </a:extLst>
              </a:tr>
              <a:tr h="312306">
                <a:tc>
                  <a:txBody>
                    <a:bodyPr/>
                    <a:lstStyle/>
                    <a:p>
                      <a:pPr>
                        <a:buNone/>
                      </a:pPr>
                      <a:r>
                        <a:rPr lang="en-IN" sz="1400"/>
                        <a:t>NumPy</a:t>
                      </a:r>
                    </a:p>
                  </a:txBody>
                  <a:tcPr marL="68643" marR="68643" marT="34321" marB="34321" anchor="ctr"/>
                </a:tc>
                <a:tc>
                  <a:txBody>
                    <a:bodyPr/>
                    <a:lstStyle/>
                    <a:p>
                      <a:pPr>
                        <a:buNone/>
                      </a:pPr>
                      <a:r>
                        <a:rPr lang="en-IN" sz="1400"/>
                        <a:t>1.23.5</a:t>
                      </a:r>
                    </a:p>
                  </a:txBody>
                  <a:tcPr marL="68643" marR="68643" marT="34321" marB="34321" anchor="ctr"/>
                </a:tc>
                <a:tc>
                  <a:txBody>
                    <a:bodyPr/>
                    <a:lstStyle/>
                    <a:p>
                      <a:pPr>
                        <a:buNone/>
                      </a:pPr>
                      <a:r>
                        <a:rPr lang="en-IN" sz="1400" dirty="0"/>
                        <a:t>BSD-3-Clause</a:t>
                      </a:r>
                    </a:p>
                  </a:txBody>
                  <a:tcPr marL="68643" marR="68643" marT="34321" marB="34321" anchor="ctr"/>
                </a:tc>
                <a:extLst>
                  <a:ext uri="{0D108BD9-81ED-4DB2-BD59-A6C34878D82A}">
                    <a16:rowId xmlns:a16="http://schemas.microsoft.com/office/drawing/2014/main" val="3990190355"/>
                  </a:ext>
                </a:extLst>
              </a:tr>
              <a:tr h="312306">
                <a:tc>
                  <a:txBody>
                    <a:bodyPr/>
                    <a:lstStyle/>
                    <a:p>
                      <a:pPr>
                        <a:buNone/>
                      </a:pPr>
                      <a:r>
                        <a:rPr lang="en-IN" sz="1400"/>
                        <a:t>Pandas</a:t>
                      </a:r>
                    </a:p>
                  </a:txBody>
                  <a:tcPr marL="68643" marR="68643" marT="34321" marB="34321" anchor="ctr"/>
                </a:tc>
                <a:tc>
                  <a:txBody>
                    <a:bodyPr/>
                    <a:lstStyle/>
                    <a:p>
                      <a:pPr>
                        <a:buNone/>
                      </a:pPr>
                      <a:r>
                        <a:rPr lang="en-IN" sz="1400"/>
                        <a:t>1.5.3</a:t>
                      </a:r>
                    </a:p>
                  </a:txBody>
                  <a:tcPr marL="68643" marR="68643" marT="34321" marB="34321" anchor="ctr"/>
                </a:tc>
                <a:tc>
                  <a:txBody>
                    <a:bodyPr/>
                    <a:lstStyle/>
                    <a:p>
                      <a:pPr>
                        <a:buNone/>
                      </a:pPr>
                      <a:r>
                        <a:rPr lang="en-IN" sz="1400"/>
                        <a:t>BSD-3-Clause</a:t>
                      </a:r>
                    </a:p>
                  </a:txBody>
                  <a:tcPr marL="68643" marR="68643" marT="34321" marB="34321" anchor="ctr"/>
                </a:tc>
                <a:extLst>
                  <a:ext uri="{0D108BD9-81ED-4DB2-BD59-A6C34878D82A}">
                    <a16:rowId xmlns:a16="http://schemas.microsoft.com/office/drawing/2014/main" val="587429149"/>
                  </a:ext>
                </a:extLst>
              </a:tr>
              <a:tr h="532132">
                <a:tc>
                  <a:txBody>
                    <a:bodyPr/>
                    <a:lstStyle/>
                    <a:p>
                      <a:pPr>
                        <a:buNone/>
                      </a:pPr>
                      <a:r>
                        <a:rPr lang="en-IN" sz="1400"/>
                        <a:t>Matplotlib</a:t>
                      </a:r>
                    </a:p>
                  </a:txBody>
                  <a:tcPr marL="68643" marR="68643" marT="34321" marB="34321" anchor="ctr"/>
                </a:tc>
                <a:tc>
                  <a:txBody>
                    <a:bodyPr/>
                    <a:lstStyle/>
                    <a:p>
                      <a:pPr>
                        <a:buNone/>
                      </a:pPr>
                      <a:r>
                        <a:rPr lang="en-IN" sz="1400"/>
                        <a:t>3.7.1</a:t>
                      </a:r>
                    </a:p>
                  </a:txBody>
                  <a:tcPr marL="68643" marR="68643" marT="34321" marB="34321" anchor="ctr"/>
                </a:tc>
                <a:tc>
                  <a:txBody>
                    <a:bodyPr/>
                    <a:lstStyle/>
                    <a:p>
                      <a:pPr>
                        <a:buNone/>
                      </a:pPr>
                      <a:r>
                        <a:rPr lang="en-IN" sz="1400"/>
                        <a:t>Matplotlib License (PSF-based)</a:t>
                      </a:r>
                    </a:p>
                  </a:txBody>
                  <a:tcPr marL="68643" marR="68643" marT="34321" marB="34321" anchor="ctr"/>
                </a:tc>
                <a:extLst>
                  <a:ext uri="{0D108BD9-81ED-4DB2-BD59-A6C34878D82A}">
                    <a16:rowId xmlns:a16="http://schemas.microsoft.com/office/drawing/2014/main" val="687406374"/>
                  </a:ext>
                </a:extLst>
              </a:tr>
              <a:tr h="312306">
                <a:tc>
                  <a:txBody>
                    <a:bodyPr/>
                    <a:lstStyle/>
                    <a:p>
                      <a:pPr>
                        <a:buNone/>
                      </a:pPr>
                      <a:r>
                        <a:rPr lang="en-IN" sz="1400" dirty="0"/>
                        <a:t>Scikit-learn</a:t>
                      </a:r>
                    </a:p>
                  </a:txBody>
                  <a:tcPr marL="68643" marR="68643" marT="34321" marB="34321" anchor="ctr"/>
                </a:tc>
                <a:tc>
                  <a:txBody>
                    <a:bodyPr/>
                    <a:lstStyle/>
                    <a:p>
                      <a:pPr>
                        <a:buNone/>
                      </a:pPr>
                      <a:r>
                        <a:rPr lang="en-IN" sz="1400"/>
                        <a:t>1.2.2</a:t>
                      </a:r>
                    </a:p>
                  </a:txBody>
                  <a:tcPr marL="68643" marR="68643" marT="34321" marB="34321" anchor="ctr"/>
                </a:tc>
                <a:tc>
                  <a:txBody>
                    <a:bodyPr/>
                    <a:lstStyle/>
                    <a:p>
                      <a:pPr>
                        <a:buNone/>
                      </a:pPr>
                      <a:r>
                        <a:rPr lang="en-IN" sz="1400"/>
                        <a:t>BSD-3-Clause</a:t>
                      </a:r>
                    </a:p>
                  </a:txBody>
                  <a:tcPr marL="68643" marR="68643" marT="34321" marB="34321" anchor="ctr"/>
                </a:tc>
                <a:extLst>
                  <a:ext uri="{0D108BD9-81ED-4DB2-BD59-A6C34878D82A}">
                    <a16:rowId xmlns:a16="http://schemas.microsoft.com/office/drawing/2014/main" val="2292999205"/>
                  </a:ext>
                </a:extLst>
              </a:tr>
              <a:tr h="312306">
                <a:tc>
                  <a:txBody>
                    <a:bodyPr/>
                    <a:lstStyle/>
                    <a:p>
                      <a:pPr>
                        <a:buNone/>
                      </a:pPr>
                      <a:r>
                        <a:rPr lang="en-IN" sz="1400"/>
                        <a:t>librosa</a:t>
                      </a:r>
                    </a:p>
                  </a:txBody>
                  <a:tcPr marL="68643" marR="68643" marT="34321" marB="34321" anchor="ctr"/>
                </a:tc>
                <a:tc>
                  <a:txBody>
                    <a:bodyPr/>
                    <a:lstStyle/>
                    <a:p>
                      <a:pPr>
                        <a:buNone/>
                      </a:pPr>
                      <a:r>
                        <a:rPr lang="en-IN" sz="1400"/>
                        <a:t>0.10.0</a:t>
                      </a:r>
                    </a:p>
                  </a:txBody>
                  <a:tcPr marL="68643" marR="68643" marT="34321" marB="34321" anchor="ctr"/>
                </a:tc>
                <a:tc>
                  <a:txBody>
                    <a:bodyPr/>
                    <a:lstStyle/>
                    <a:p>
                      <a:pPr>
                        <a:buNone/>
                      </a:pPr>
                      <a:r>
                        <a:rPr lang="en-IN" sz="1400"/>
                        <a:t>ISC License</a:t>
                      </a:r>
                    </a:p>
                  </a:txBody>
                  <a:tcPr marL="68643" marR="68643" marT="34321" marB="34321" anchor="ctr"/>
                </a:tc>
                <a:extLst>
                  <a:ext uri="{0D108BD9-81ED-4DB2-BD59-A6C34878D82A}">
                    <a16:rowId xmlns:a16="http://schemas.microsoft.com/office/drawing/2014/main" val="2292181428"/>
                  </a:ext>
                </a:extLst>
              </a:tr>
              <a:tr h="312306">
                <a:tc>
                  <a:txBody>
                    <a:bodyPr/>
                    <a:lstStyle/>
                    <a:p>
                      <a:pPr>
                        <a:buNone/>
                      </a:pPr>
                      <a:r>
                        <a:rPr lang="en-IN" sz="1400"/>
                        <a:t>sounddevice</a:t>
                      </a:r>
                    </a:p>
                  </a:txBody>
                  <a:tcPr marL="68643" marR="68643" marT="34321" marB="34321" anchor="ctr"/>
                </a:tc>
                <a:tc>
                  <a:txBody>
                    <a:bodyPr/>
                    <a:lstStyle/>
                    <a:p>
                      <a:pPr>
                        <a:buNone/>
                      </a:pPr>
                      <a:r>
                        <a:rPr lang="en-IN" sz="1400"/>
                        <a:t>0.4.6</a:t>
                      </a:r>
                    </a:p>
                  </a:txBody>
                  <a:tcPr marL="68643" marR="68643" marT="34321" marB="34321" anchor="ctr"/>
                </a:tc>
                <a:tc>
                  <a:txBody>
                    <a:bodyPr/>
                    <a:lstStyle/>
                    <a:p>
                      <a:pPr>
                        <a:buNone/>
                      </a:pPr>
                      <a:r>
                        <a:rPr lang="en-IN" sz="1400"/>
                        <a:t>MIT License</a:t>
                      </a:r>
                    </a:p>
                  </a:txBody>
                  <a:tcPr marL="68643" marR="68643" marT="34321" marB="34321" anchor="ctr"/>
                </a:tc>
                <a:extLst>
                  <a:ext uri="{0D108BD9-81ED-4DB2-BD59-A6C34878D82A}">
                    <a16:rowId xmlns:a16="http://schemas.microsoft.com/office/drawing/2014/main" val="2801871761"/>
                  </a:ext>
                </a:extLst>
              </a:tr>
              <a:tr h="312306">
                <a:tc>
                  <a:txBody>
                    <a:bodyPr/>
                    <a:lstStyle/>
                    <a:p>
                      <a:pPr>
                        <a:buNone/>
                      </a:pPr>
                      <a:r>
                        <a:rPr lang="en-IN" sz="1400"/>
                        <a:t>SpeechRecognition</a:t>
                      </a:r>
                    </a:p>
                  </a:txBody>
                  <a:tcPr marL="68643" marR="68643" marT="34321" marB="34321" anchor="ctr"/>
                </a:tc>
                <a:tc>
                  <a:txBody>
                    <a:bodyPr/>
                    <a:lstStyle/>
                    <a:p>
                      <a:pPr>
                        <a:buNone/>
                      </a:pPr>
                      <a:r>
                        <a:rPr lang="en-IN" sz="1400"/>
                        <a:t>3.10.0</a:t>
                      </a:r>
                    </a:p>
                  </a:txBody>
                  <a:tcPr marL="68643" marR="68643" marT="34321" marB="34321" anchor="ctr"/>
                </a:tc>
                <a:tc>
                  <a:txBody>
                    <a:bodyPr/>
                    <a:lstStyle/>
                    <a:p>
                      <a:pPr>
                        <a:buNone/>
                      </a:pPr>
                      <a:r>
                        <a:rPr lang="en-IN" sz="1400"/>
                        <a:t>BSD License</a:t>
                      </a:r>
                    </a:p>
                  </a:txBody>
                  <a:tcPr marL="68643" marR="68643" marT="34321" marB="34321" anchor="ctr"/>
                </a:tc>
                <a:extLst>
                  <a:ext uri="{0D108BD9-81ED-4DB2-BD59-A6C34878D82A}">
                    <a16:rowId xmlns:a16="http://schemas.microsoft.com/office/drawing/2014/main" val="2059156733"/>
                  </a:ext>
                </a:extLst>
              </a:tr>
              <a:tr h="312306">
                <a:tc>
                  <a:txBody>
                    <a:bodyPr/>
                    <a:lstStyle/>
                    <a:p>
                      <a:pPr>
                        <a:buNone/>
                      </a:pPr>
                      <a:r>
                        <a:rPr lang="en-IN" sz="1400"/>
                        <a:t>Transformers (Hugging Face)</a:t>
                      </a:r>
                    </a:p>
                  </a:txBody>
                  <a:tcPr marL="68643" marR="68643" marT="34321" marB="34321" anchor="ctr"/>
                </a:tc>
                <a:tc>
                  <a:txBody>
                    <a:bodyPr/>
                    <a:lstStyle/>
                    <a:p>
                      <a:pPr>
                        <a:buNone/>
                      </a:pPr>
                      <a:r>
                        <a:rPr lang="en-IN" sz="1400"/>
                        <a:t>4.30.0</a:t>
                      </a:r>
                    </a:p>
                  </a:txBody>
                  <a:tcPr marL="68643" marR="68643" marT="34321" marB="34321" anchor="ctr"/>
                </a:tc>
                <a:tc>
                  <a:txBody>
                    <a:bodyPr/>
                    <a:lstStyle/>
                    <a:p>
                      <a:pPr>
                        <a:buNone/>
                      </a:pPr>
                      <a:r>
                        <a:rPr lang="en-IN" sz="1400"/>
                        <a:t>Apache License 2.0</a:t>
                      </a:r>
                    </a:p>
                  </a:txBody>
                  <a:tcPr marL="68643" marR="68643" marT="34321" marB="34321" anchor="ctr"/>
                </a:tc>
                <a:extLst>
                  <a:ext uri="{0D108BD9-81ED-4DB2-BD59-A6C34878D82A}">
                    <a16:rowId xmlns:a16="http://schemas.microsoft.com/office/drawing/2014/main" val="1866791463"/>
                  </a:ext>
                </a:extLst>
              </a:tr>
              <a:tr h="312306">
                <a:tc>
                  <a:txBody>
                    <a:bodyPr/>
                    <a:lstStyle/>
                    <a:p>
                      <a:pPr>
                        <a:buNone/>
                      </a:pPr>
                      <a:r>
                        <a:rPr lang="en-IN" sz="1400"/>
                        <a:t>DialoGPT (Hugging Face)</a:t>
                      </a:r>
                    </a:p>
                  </a:txBody>
                  <a:tcPr marL="68643" marR="68643" marT="34321" marB="34321" anchor="ctr"/>
                </a:tc>
                <a:tc>
                  <a:txBody>
                    <a:bodyPr/>
                    <a:lstStyle/>
                    <a:p>
                      <a:pPr>
                        <a:buNone/>
                      </a:pPr>
                      <a:r>
                        <a:rPr lang="en-IN" sz="1400"/>
                        <a:t>small/medium</a:t>
                      </a:r>
                    </a:p>
                  </a:txBody>
                  <a:tcPr marL="68643" marR="68643" marT="34321" marB="34321" anchor="ctr"/>
                </a:tc>
                <a:tc>
                  <a:txBody>
                    <a:bodyPr/>
                    <a:lstStyle/>
                    <a:p>
                      <a:pPr>
                        <a:buNone/>
                      </a:pPr>
                      <a:r>
                        <a:rPr lang="en-IN" sz="1400"/>
                        <a:t>MIT License</a:t>
                      </a:r>
                    </a:p>
                  </a:txBody>
                  <a:tcPr marL="68643" marR="68643" marT="34321" marB="34321" anchor="ctr"/>
                </a:tc>
                <a:extLst>
                  <a:ext uri="{0D108BD9-81ED-4DB2-BD59-A6C34878D82A}">
                    <a16:rowId xmlns:a16="http://schemas.microsoft.com/office/drawing/2014/main" val="432406680"/>
                  </a:ext>
                </a:extLst>
              </a:tr>
              <a:tr h="312306">
                <a:tc>
                  <a:txBody>
                    <a:bodyPr/>
                    <a:lstStyle/>
                    <a:p>
                      <a:pPr>
                        <a:buNone/>
                      </a:pPr>
                      <a:r>
                        <a:rPr lang="en-IN" sz="1400"/>
                        <a:t>Flan-T5 (google/flan-t5-base)</a:t>
                      </a:r>
                    </a:p>
                  </a:txBody>
                  <a:tcPr marL="68643" marR="68643" marT="34321" marB="34321" anchor="ctr"/>
                </a:tc>
                <a:tc>
                  <a:txBody>
                    <a:bodyPr/>
                    <a:lstStyle/>
                    <a:p>
                      <a:pPr>
                        <a:buNone/>
                      </a:pPr>
                      <a:r>
                        <a:rPr lang="en-IN" sz="1400"/>
                        <a:t>base</a:t>
                      </a:r>
                    </a:p>
                  </a:txBody>
                  <a:tcPr marL="68643" marR="68643" marT="34321" marB="34321" anchor="ctr"/>
                </a:tc>
                <a:tc>
                  <a:txBody>
                    <a:bodyPr/>
                    <a:lstStyle/>
                    <a:p>
                      <a:pPr>
                        <a:buNone/>
                      </a:pPr>
                      <a:r>
                        <a:rPr lang="en-IN" sz="1400"/>
                        <a:t>Apache License 2.0</a:t>
                      </a:r>
                    </a:p>
                  </a:txBody>
                  <a:tcPr marL="68643" marR="68643" marT="34321" marB="34321" anchor="ctr"/>
                </a:tc>
                <a:extLst>
                  <a:ext uri="{0D108BD9-81ED-4DB2-BD59-A6C34878D82A}">
                    <a16:rowId xmlns:a16="http://schemas.microsoft.com/office/drawing/2014/main" val="1256259429"/>
                  </a:ext>
                </a:extLst>
              </a:tr>
              <a:tr h="312306">
                <a:tc>
                  <a:txBody>
                    <a:bodyPr/>
                    <a:lstStyle/>
                    <a:p>
                      <a:pPr>
                        <a:buNone/>
                      </a:pPr>
                      <a:r>
                        <a:rPr lang="en-IN" sz="1400"/>
                        <a:t>wavio</a:t>
                      </a:r>
                    </a:p>
                  </a:txBody>
                  <a:tcPr marL="68643" marR="68643" marT="34321" marB="34321" anchor="ctr"/>
                </a:tc>
                <a:tc>
                  <a:txBody>
                    <a:bodyPr/>
                    <a:lstStyle/>
                    <a:p>
                      <a:pPr>
                        <a:buNone/>
                      </a:pPr>
                      <a:r>
                        <a:rPr lang="en-IN" sz="1400"/>
                        <a:t>0.0.7</a:t>
                      </a:r>
                    </a:p>
                  </a:txBody>
                  <a:tcPr marL="68643" marR="68643" marT="34321" marB="34321" anchor="ctr"/>
                </a:tc>
                <a:tc>
                  <a:txBody>
                    <a:bodyPr/>
                    <a:lstStyle/>
                    <a:p>
                      <a:pPr>
                        <a:buNone/>
                      </a:pPr>
                      <a:r>
                        <a:rPr lang="en-IN" sz="1400"/>
                        <a:t>MIT License</a:t>
                      </a:r>
                    </a:p>
                  </a:txBody>
                  <a:tcPr marL="68643" marR="68643" marT="34321" marB="34321" anchor="ctr"/>
                </a:tc>
                <a:extLst>
                  <a:ext uri="{0D108BD9-81ED-4DB2-BD59-A6C34878D82A}">
                    <a16:rowId xmlns:a16="http://schemas.microsoft.com/office/drawing/2014/main" val="2214678270"/>
                  </a:ext>
                </a:extLst>
              </a:tr>
              <a:tr h="312306">
                <a:tc>
                  <a:txBody>
                    <a:bodyPr/>
                    <a:lstStyle/>
                    <a:p>
                      <a:pPr>
                        <a:buNone/>
                      </a:pPr>
                      <a:r>
                        <a:rPr lang="en-IN" sz="1400" dirty="0" err="1"/>
                        <a:t>soundfile</a:t>
                      </a:r>
                      <a:r>
                        <a:rPr lang="en-IN" sz="1400" dirty="0"/>
                        <a:t> (</a:t>
                      </a:r>
                      <a:r>
                        <a:rPr lang="en-IN" sz="1400" dirty="0" err="1"/>
                        <a:t>pysoundfile</a:t>
                      </a:r>
                      <a:r>
                        <a:rPr lang="en-IN" sz="1400" dirty="0"/>
                        <a:t>)</a:t>
                      </a:r>
                    </a:p>
                  </a:txBody>
                  <a:tcPr marL="68643" marR="68643" marT="34321" marB="34321" anchor="ctr"/>
                </a:tc>
                <a:tc>
                  <a:txBody>
                    <a:bodyPr/>
                    <a:lstStyle/>
                    <a:p>
                      <a:pPr>
                        <a:buNone/>
                      </a:pPr>
                      <a:r>
                        <a:rPr lang="en-IN" sz="1400"/>
                        <a:t>0.12.1</a:t>
                      </a:r>
                    </a:p>
                  </a:txBody>
                  <a:tcPr marL="68643" marR="68643" marT="34321" marB="34321" anchor="ctr"/>
                </a:tc>
                <a:tc>
                  <a:txBody>
                    <a:bodyPr/>
                    <a:lstStyle/>
                    <a:p>
                      <a:pPr>
                        <a:buNone/>
                      </a:pPr>
                      <a:r>
                        <a:rPr lang="en-IN" sz="1400" dirty="0"/>
                        <a:t>BSD License</a:t>
                      </a:r>
                    </a:p>
                  </a:txBody>
                  <a:tcPr marL="68643" marR="68643" marT="34321" marB="34321" anchor="ctr"/>
                </a:tc>
                <a:extLst>
                  <a:ext uri="{0D108BD9-81ED-4DB2-BD59-A6C34878D82A}">
                    <a16:rowId xmlns:a16="http://schemas.microsoft.com/office/drawing/2014/main" val="2830696894"/>
                  </a:ext>
                </a:extLst>
              </a:tr>
            </a:tbl>
          </a:graphicData>
        </a:graphic>
      </p:graphicFrame>
    </p:spTree>
    <p:extLst>
      <p:ext uri="{BB962C8B-B14F-4D97-AF65-F5344CB8AC3E}">
        <p14:creationId xmlns:p14="http://schemas.microsoft.com/office/powerpoint/2010/main" val="20990341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97F73-BAFE-469F-950A-92AD8B06404D}"/>
              </a:ext>
            </a:extLst>
          </p:cNvPr>
          <p:cNvSpPr>
            <a:spLocks noGrp="1"/>
          </p:cNvSpPr>
          <p:nvPr>
            <p:ph type="title"/>
          </p:nvPr>
        </p:nvSpPr>
        <p:spPr>
          <a:xfrm>
            <a:off x="685800" y="145280"/>
            <a:ext cx="9956800" cy="665799"/>
          </a:xfrm>
        </p:spPr>
        <p:txBody>
          <a:bodyPr/>
          <a:lstStyle/>
          <a:p>
            <a:r>
              <a:rPr lang="en-US" dirty="0"/>
              <a:t>Where this tool used:</a:t>
            </a:r>
          </a:p>
        </p:txBody>
      </p:sp>
      <p:graphicFrame>
        <p:nvGraphicFramePr>
          <p:cNvPr id="5" name="Content Placeholder 4">
            <a:extLst>
              <a:ext uri="{FF2B5EF4-FFF2-40B4-BE49-F238E27FC236}">
                <a16:creationId xmlns:a16="http://schemas.microsoft.com/office/drawing/2014/main" id="{0C52BB57-941B-02A1-71F9-2F59BB5F7C53}"/>
              </a:ext>
            </a:extLst>
          </p:cNvPr>
          <p:cNvGraphicFramePr>
            <a:graphicFrameLocks noGrp="1"/>
          </p:cNvGraphicFramePr>
          <p:nvPr>
            <p:ph sz="quarter" idx="1"/>
            <p:extLst>
              <p:ext uri="{D42A27DB-BD31-4B8C-83A1-F6EECF244321}">
                <p14:modId xmlns:p14="http://schemas.microsoft.com/office/powerpoint/2010/main" val="2794457681"/>
              </p:ext>
            </p:extLst>
          </p:nvPr>
        </p:nvGraphicFramePr>
        <p:xfrm>
          <a:off x="863600" y="950278"/>
          <a:ext cx="9804400" cy="5541958"/>
        </p:xfrm>
        <a:graphic>
          <a:graphicData uri="http://schemas.openxmlformats.org/drawingml/2006/table">
            <a:tbl>
              <a:tblPr>
                <a:tableStyleId>{22838BEF-8BB2-4498-84A7-C5851F593DF1}</a:tableStyleId>
              </a:tblPr>
              <a:tblGrid>
                <a:gridCol w="3525298">
                  <a:extLst>
                    <a:ext uri="{9D8B030D-6E8A-4147-A177-3AD203B41FA5}">
                      <a16:colId xmlns:a16="http://schemas.microsoft.com/office/drawing/2014/main" val="1952599886"/>
                    </a:ext>
                  </a:extLst>
                </a:gridCol>
                <a:gridCol w="6279102">
                  <a:extLst>
                    <a:ext uri="{9D8B030D-6E8A-4147-A177-3AD203B41FA5}">
                      <a16:colId xmlns:a16="http://schemas.microsoft.com/office/drawing/2014/main" val="2984219326"/>
                    </a:ext>
                  </a:extLst>
                </a:gridCol>
              </a:tblGrid>
              <a:tr h="293747">
                <a:tc>
                  <a:txBody>
                    <a:bodyPr/>
                    <a:lstStyle/>
                    <a:p>
                      <a:pPr>
                        <a:buNone/>
                      </a:pPr>
                      <a:r>
                        <a:rPr lang="en-IN" sz="1400" b="1" dirty="0"/>
                        <a:t>Tool / Library</a:t>
                      </a:r>
                      <a:endParaRPr lang="en-IN" sz="1400" dirty="0"/>
                    </a:p>
                  </a:txBody>
                  <a:tcPr marL="46862" marR="46862" marT="23431" marB="23431" anchor="ctr"/>
                </a:tc>
                <a:tc>
                  <a:txBody>
                    <a:bodyPr/>
                    <a:lstStyle/>
                    <a:p>
                      <a:pPr>
                        <a:buNone/>
                      </a:pPr>
                      <a:r>
                        <a:rPr lang="en-US" sz="1400" b="1"/>
                        <a:t>Where Used in SER Project</a:t>
                      </a:r>
                      <a:endParaRPr lang="en-US" sz="1400"/>
                    </a:p>
                  </a:txBody>
                  <a:tcPr marL="46862" marR="46862" marT="23431" marB="23431" anchor="ctr"/>
                </a:tc>
                <a:extLst>
                  <a:ext uri="{0D108BD9-81ED-4DB2-BD59-A6C34878D82A}">
                    <a16:rowId xmlns:a16="http://schemas.microsoft.com/office/drawing/2014/main" val="2881836881"/>
                  </a:ext>
                </a:extLst>
              </a:tr>
              <a:tr h="370293">
                <a:tc>
                  <a:txBody>
                    <a:bodyPr/>
                    <a:lstStyle/>
                    <a:p>
                      <a:pPr>
                        <a:buNone/>
                      </a:pPr>
                      <a:r>
                        <a:rPr lang="en-IN" sz="1400" dirty="0"/>
                        <a:t>TensorFlow</a:t>
                      </a:r>
                    </a:p>
                  </a:txBody>
                  <a:tcPr marL="46862" marR="46862" marT="23431" marB="23431" anchor="ctr"/>
                </a:tc>
                <a:tc>
                  <a:txBody>
                    <a:bodyPr/>
                    <a:lstStyle/>
                    <a:p>
                      <a:pPr>
                        <a:buNone/>
                      </a:pPr>
                      <a:r>
                        <a:rPr lang="en-US" sz="1400" dirty="0"/>
                        <a:t>Training and running the speech emotion recognition model</a:t>
                      </a:r>
                    </a:p>
                  </a:txBody>
                  <a:tcPr marL="46862" marR="46862" marT="23431" marB="23431" anchor="ctr"/>
                </a:tc>
                <a:extLst>
                  <a:ext uri="{0D108BD9-81ED-4DB2-BD59-A6C34878D82A}">
                    <a16:rowId xmlns:a16="http://schemas.microsoft.com/office/drawing/2014/main" val="2611948869"/>
                  </a:ext>
                </a:extLst>
              </a:tr>
              <a:tr h="370293">
                <a:tc>
                  <a:txBody>
                    <a:bodyPr/>
                    <a:lstStyle/>
                    <a:p>
                      <a:pPr>
                        <a:buNone/>
                      </a:pPr>
                      <a:r>
                        <a:rPr lang="en-IN" sz="1400"/>
                        <a:t>Keras</a:t>
                      </a:r>
                    </a:p>
                  </a:txBody>
                  <a:tcPr marL="46862" marR="46862" marT="23431" marB="23431" anchor="ctr"/>
                </a:tc>
                <a:tc>
                  <a:txBody>
                    <a:bodyPr/>
                    <a:lstStyle/>
                    <a:p>
                      <a:pPr>
                        <a:buNone/>
                      </a:pPr>
                      <a:r>
                        <a:rPr lang="en-US" sz="1400"/>
                        <a:t>Building and training the SER neural network</a:t>
                      </a:r>
                    </a:p>
                  </a:txBody>
                  <a:tcPr marL="46862" marR="46862" marT="23431" marB="23431" anchor="ctr"/>
                </a:tc>
                <a:extLst>
                  <a:ext uri="{0D108BD9-81ED-4DB2-BD59-A6C34878D82A}">
                    <a16:rowId xmlns:a16="http://schemas.microsoft.com/office/drawing/2014/main" val="3235865983"/>
                  </a:ext>
                </a:extLst>
              </a:tr>
              <a:tr h="370293">
                <a:tc>
                  <a:txBody>
                    <a:bodyPr/>
                    <a:lstStyle/>
                    <a:p>
                      <a:pPr>
                        <a:buNone/>
                      </a:pPr>
                      <a:r>
                        <a:rPr lang="en-IN" sz="1400"/>
                        <a:t>Flask</a:t>
                      </a:r>
                    </a:p>
                  </a:txBody>
                  <a:tcPr marL="46862" marR="46862" marT="23431" marB="23431" anchor="ctr"/>
                </a:tc>
                <a:tc>
                  <a:txBody>
                    <a:bodyPr/>
                    <a:lstStyle/>
                    <a:p>
                      <a:pPr>
                        <a:buNone/>
                      </a:pPr>
                      <a:r>
                        <a:rPr lang="en-US" sz="1400"/>
                        <a:t>Serving the SER model as a web application/API</a:t>
                      </a:r>
                    </a:p>
                  </a:txBody>
                  <a:tcPr marL="46862" marR="46862" marT="23431" marB="23431" anchor="ctr"/>
                </a:tc>
                <a:extLst>
                  <a:ext uri="{0D108BD9-81ED-4DB2-BD59-A6C34878D82A}">
                    <a16:rowId xmlns:a16="http://schemas.microsoft.com/office/drawing/2014/main" val="4068987708"/>
                  </a:ext>
                </a:extLst>
              </a:tr>
              <a:tr h="370293">
                <a:tc>
                  <a:txBody>
                    <a:bodyPr/>
                    <a:lstStyle/>
                    <a:p>
                      <a:pPr>
                        <a:buNone/>
                      </a:pPr>
                      <a:r>
                        <a:rPr lang="en-IN" sz="1400"/>
                        <a:t>NumPy</a:t>
                      </a:r>
                    </a:p>
                  </a:txBody>
                  <a:tcPr marL="46862" marR="46862" marT="23431" marB="23431" anchor="ctr"/>
                </a:tc>
                <a:tc>
                  <a:txBody>
                    <a:bodyPr/>
                    <a:lstStyle/>
                    <a:p>
                      <a:pPr>
                        <a:buNone/>
                      </a:pPr>
                      <a:r>
                        <a:rPr lang="en-US" sz="1400"/>
                        <a:t>Numerical computations for audio features and model inputs</a:t>
                      </a:r>
                    </a:p>
                  </a:txBody>
                  <a:tcPr marL="46862" marR="46862" marT="23431" marB="23431" anchor="ctr"/>
                </a:tc>
                <a:extLst>
                  <a:ext uri="{0D108BD9-81ED-4DB2-BD59-A6C34878D82A}">
                    <a16:rowId xmlns:a16="http://schemas.microsoft.com/office/drawing/2014/main" val="1698310898"/>
                  </a:ext>
                </a:extLst>
              </a:tr>
              <a:tr h="293747">
                <a:tc>
                  <a:txBody>
                    <a:bodyPr/>
                    <a:lstStyle/>
                    <a:p>
                      <a:pPr>
                        <a:buNone/>
                      </a:pPr>
                      <a:r>
                        <a:rPr lang="en-IN" sz="1400" dirty="0"/>
                        <a:t>Pandas</a:t>
                      </a:r>
                    </a:p>
                  </a:txBody>
                  <a:tcPr marL="46862" marR="46862" marT="23431" marB="23431" anchor="ctr"/>
                </a:tc>
                <a:tc>
                  <a:txBody>
                    <a:bodyPr/>
                    <a:lstStyle/>
                    <a:p>
                      <a:pPr>
                        <a:buNone/>
                      </a:pPr>
                      <a:r>
                        <a:rPr lang="en-IN" sz="1400" dirty="0"/>
                        <a:t>Dataset handling and preprocessing for SER</a:t>
                      </a:r>
                    </a:p>
                  </a:txBody>
                  <a:tcPr marL="46862" marR="46862" marT="23431" marB="23431" anchor="ctr"/>
                </a:tc>
                <a:extLst>
                  <a:ext uri="{0D108BD9-81ED-4DB2-BD59-A6C34878D82A}">
                    <a16:rowId xmlns:a16="http://schemas.microsoft.com/office/drawing/2014/main" val="1332441865"/>
                  </a:ext>
                </a:extLst>
              </a:tr>
              <a:tr h="370293">
                <a:tc>
                  <a:txBody>
                    <a:bodyPr/>
                    <a:lstStyle/>
                    <a:p>
                      <a:pPr>
                        <a:buNone/>
                      </a:pPr>
                      <a:r>
                        <a:rPr lang="en-IN" sz="1400" dirty="0"/>
                        <a:t>Matplotlib</a:t>
                      </a:r>
                    </a:p>
                  </a:txBody>
                  <a:tcPr marL="46862" marR="46862" marT="23431" marB="23431" anchor="ctr"/>
                </a:tc>
                <a:tc>
                  <a:txBody>
                    <a:bodyPr/>
                    <a:lstStyle/>
                    <a:p>
                      <a:pPr>
                        <a:buNone/>
                      </a:pPr>
                      <a:r>
                        <a:rPr lang="en-US" sz="1400" dirty="0"/>
                        <a:t>Plotting accuracy, loss graphs, and emotion detection results</a:t>
                      </a:r>
                    </a:p>
                  </a:txBody>
                  <a:tcPr marL="46862" marR="46862" marT="23431" marB="23431" anchor="ctr"/>
                </a:tc>
                <a:extLst>
                  <a:ext uri="{0D108BD9-81ED-4DB2-BD59-A6C34878D82A}">
                    <a16:rowId xmlns:a16="http://schemas.microsoft.com/office/drawing/2014/main" val="1103390191"/>
                  </a:ext>
                </a:extLst>
              </a:tr>
              <a:tr h="370293">
                <a:tc>
                  <a:txBody>
                    <a:bodyPr/>
                    <a:lstStyle/>
                    <a:p>
                      <a:pPr>
                        <a:buNone/>
                      </a:pPr>
                      <a:r>
                        <a:rPr lang="en-IN" sz="1400" dirty="0"/>
                        <a:t>Scikit-learn</a:t>
                      </a:r>
                    </a:p>
                  </a:txBody>
                  <a:tcPr marL="46862" marR="46862" marT="23431" marB="23431" anchor="ctr"/>
                </a:tc>
                <a:tc>
                  <a:txBody>
                    <a:bodyPr/>
                    <a:lstStyle/>
                    <a:p>
                      <a:pPr>
                        <a:buNone/>
                      </a:pPr>
                      <a:r>
                        <a:rPr lang="en-US" sz="1400" dirty="0"/>
                        <a:t>Preprocessing, train-test split, and evaluation metrics</a:t>
                      </a:r>
                    </a:p>
                  </a:txBody>
                  <a:tcPr marL="46862" marR="46862" marT="23431" marB="23431" anchor="ctr"/>
                </a:tc>
                <a:extLst>
                  <a:ext uri="{0D108BD9-81ED-4DB2-BD59-A6C34878D82A}">
                    <a16:rowId xmlns:a16="http://schemas.microsoft.com/office/drawing/2014/main" val="4111449907"/>
                  </a:ext>
                </a:extLst>
              </a:tr>
              <a:tr h="370293">
                <a:tc>
                  <a:txBody>
                    <a:bodyPr/>
                    <a:lstStyle/>
                    <a:p>
                      <a:pPr>
                        <a:buNone/>
                      </a:pPr>
                      <a:r>
                        <a:rPr lang="en-IN" sz="1400" dirty="0" err="1"/>
                        <a:t>librosa</a:t>
                      </a:r>
                      <a:endParaRPr lang="en-IN" sz="1400" dirty="0"/>
                    </a:p>
                  </a:txBody>
                  <a:tcPr marL="46862" marR="46862" marT="23431" marB="23431" anchor="ctr"/>
                </a:tc>
                <a:tc>
                  <a:txBody>
                    <a:bodyPr/>
                    <a:lstStyle/>
                    <a:p>
                      <a:pPr>
                        <a:buNone/>
                      </a:pPr>
                      <a:r>
                        <a:rPr lang="en-US" sz="1400"/>
                        <a:t>Extracting MFCCs and other audio features from speech</a:t>
                      </a:r>
                    </a:p>
                  </a:txBody>
                  <a:tcPr marL="46862" marR="46862" marT="23431" marB="23431" anchor="ctr"/>
                </a:tc>
                <a:extLst>
                  <a:ext uri="{0D108BD9-81ED-4DB2-BD59-A6C34878D82A}">
                    <a16:rowId xmlns:a16="http://schemas.microsoft.com/office/drawing/2014/main" val="1694880817"/>
                  </a:ext>
                </a:extLst>
              </a:tr>
              <a:tr h="293747">
                <a:tc>
                  <a:txBody>
                    <a:bodyPr/>
                    <a:lstStyle/>
                    <a:p>
                      <a:pPr>
                        <a:buNone/>
                      </a:pPr>
                      <a:r>
                        <a:rPr lang="en-IN" sz="1400"/>
                        <a:t>sounddevice</a:t>
                      </a:r>
                    </a:p>
                  </a:txBody>
                  <a:tcPr marL="46862" marR="46862" marT="23431" marB="23431" anchor="ctr"/>
                </a:tc>
                <a:tc>
                  <a:txBody>
                    <a:bodyPr/>
                    <a:lstStyle/>
                    <a:p>
                      <a:pPr>
                        <a:buNone/>
                      </a:pPr>
                      <a:r>
                        <a:rPr lang="en-US" sz="1400"/>
                        <a:t>Recording real-time audio for SER input</a:t>
                      </a:r>
                    </a:p>
                  </a:txBody>
                  <a:tcPr marL="46862" marR="46862" marT="23431" marB="23431" anchor="ctr"/>
                </a:tc>
                <a:extLst>
                  <a:ext uri="{0D108BD9-81ED-4DB2-BD59-A6C34878D82A}">
                    <a16:rowId xmlns:a16="http://schemas.microsoft.com/office/drawing/2014/main" val="3010366051"/>
                  </a:ext>
                </a:extLst>
              </a:tr>
              <a:tr h="293747">
                <a:tc>
                  <a:txBody>
                    <a:bodyPr/>
                    <a:lstStyle/>
                    <a:p>
                      <a:pPr>
                        <a:buNone/>
                      </a:pPr>
                      <a:r>
                        <a:rPr lang="en-IN" sz="1400"/>
                        <a:t>SpeechRecognition</a:t>
                      </a:r>
                    </a:p>
                  </a:txBody>
                  <a:tcPr marL="46862" marR="46862" marT="23431" marB="23431" anchor="ctr"/>
                </a:tc>
                <a:tc>
                  <a:txBody>
                    <a:bodyPr/>
                    <a:lstStyle/>
                    <a:p>
                      <a:pPr>
                        <a:buNone/>
                      </a:pPr>
                      <a:r>
                        <a:rPr lang="en-US" sz="1400"/>
                        <a:t>Converting recorded speech to text</a:t>
                      </a:r>
                    </a:p>
                  </a:txBody>
                  <a:tcPr marL="46862" marR="46862" marT="23431" marB="23431" anchor="ctr"/>
                </a:tc>
                <a:extLst>
                  <a:ext uri="{0D108BD9-81ED-4DB2-BD59-A6C34878D82A}">
                    <a16:rowId xmlns:a16="http://schemas.microsoft.com/office/drawing/2014/main" val="286133733"/>
                  </a:ext>
                </a:extLst>
              </a:tr>
              <a:tr h="370293">
                <a:tc>
                  <a:txBody>
                    <a:bodyPr/>
                    <a:lstStyle/>
                    <a:p>
                      <a:pPr>
                        <a:buNone/>
                      </a:pPr>
                      <a:r>
                        <a:rPr lang="en-IN" sz="1400"/>
                        <a:t>Transformers (Hugging Face)</a:t>
                      </a:r>
                    </a:p>
                  </a:txBody>
                  <a:tcPr marL="46862" marR="46862" marT="23431" marB="23431" anchor="ctr"/>
                </a:tc>
                <a:tc>
                  <a:txBody>
                    <a:bodyPr/>
                    <a:lstStyle/>
                    <a:p>
                      <a:pPr>
                        <a:buNone/>
                      </a:pPr>
                      <a:r>
                        <a:rPr lang="en-IN" sz="1400"/>
                        <a:t>Loading NLP models for text emotion analysis</a:t>
                      </a:r>
                    </a:p>
                  </a:txBody>
                  <a:tcPr marL="46862" marR="46862" marT="23431" marB="23431" anchor="ctr"/>
                </a:tc>
                <a:extLst>
                  <a:ext uri="{0D108BD9-81ED-4DB2-BD59-A6C34878D82A}">
                    <a16:rowId xmlns:a16="http://schemas.microsoft.com/office/drawing/2014/main" val="2858110241"/>
                  </a:ext>
                </a:extLst>
              </a:tr>
              <a:tr h="370293">
                <a:tc>
                  <a:txBody>
                    <a:bodyPr/>
                    <a:lstStyle/>
                    <a:p>
                      <a:pPr>
                        <a:buNone/>
                      </a:pPr>
                      <a:r>
                        <a:rPr lang="en-IN" sz="1400"/>
                        <a:t>DialoGPT</a:t>
                      </a:r>
                    </a:p>
                  </a:txBody>
                  <a:tcPr marL="46862" marR="46862" marT="23431" marB="23431" anchor="ctr"/>
                </a:tc>
                <a:tc>
                  <a:txBody>
                    <a:bodyPr/>
                    <a:lstStyle/>
                    <a:p>
                      <a:pPr>
                        <a:buNone/>
                      </a:pPr>
                      <a:r>
                        <a:rPr lang="en-US" sz="1400"/>
                        <a:t>Generating conversational responses with emotional context</a:t>
                      </a:r>
                    </a:p>
                  </a:txBody>
                  <a:tcPr marL="46862" marR="46862" marT="23431" marB="23431" anchor="ctr"/>
                </a:tc>
                <a:extLst>
                  <a:ext uri="{0D108BD9-81ED-4DB2-BD59-A6C34878D82A}">
                    <a16:rowId xmlns:a16="http://schemas.microsoft.com/office/drawing/2014/main" val="1405263273"/>
                  </a:ext>
                </a:extLst>
              </a:tr>
              <a:tr h="370293">
                <a:tc>
                  <a:txBody>
                    <a:bodyPr/>
                    <a:lstStyle/>
                    <a:p>
                      <a:pPr>
                        <a:buNone/>
                      </a:pPr>
                      <a:r>
                        <a:rPr lang="en-IN" sz="1400"/>
                        <a:t>Flan-T5</a:t>
                      </a:r>
                    </a:p>
                  </a:txBody>
                  <a:tcPr marL="46862" marR="46862" marT="23431" marB="23431" anchor="ctr"/>
                </a:tc>
                <a:tc>
                  <a:txBody>
                    <a:bodyPr/>
                    <a:lstStyle/>
                    <a:p>
                      <a:pPr>
                        <a:buNone/>
                      </a:pPr>
                      <a:r>
                        <a:rPr lang="en-US" sz="1400"/>
                        <a:t>Text-to-text understanding (summarization, intent recognition)</a:t>
                      </a:r>
                    </a:p>
                  </a:txBody>
                  <a:tcPr marL="46862" marR="46862" marT="23431" marB="23431" anchor="ctr"/>
                </a:tc>
                <a:extLst>
                  <a:ext uri="{0D108BD9-81ED-4DB2-BD59-A6C34878D82A}">
                    <a16:rowId xmlns:a16="http://schemas.microsoft.com/office/drawing/2014/main" val="4016666930"/>
                  </a:ext>
                </a:extLst>
              </a:tr>
              <a:tr h="293747">
                <a:tc>
                  <a:txBody>
                    <a:bodyPr/>
                    <a:lstStyle/>
                    <a:p>
                      <a:pPr>
                        <a:buNone/>
                      </a:pPr>
                      <a:r>
                        <a:rPr lang="en-IN" sz="1400"/>
                        <a:t>wavio</a:t>
                      </a:r>
                    </a:p>
                  </a:txBody>
                  <a:tcPr marL="46862" marR="46862" marT="23431" marB="23431" anchor="ctr"/>
                </a:tc>
                <a:tc>
                  <a:txBody>
                    <a:bodyPr/>
                    <a:lstStyle/>
                    <a:p>
                      <a:pPr>
                        <a:buNone/>
                      </a:pPr>
                      <a:r>
                        <a:rPr lang="en-US" sz="1400"/>
                        <a:t>Saving recorded speech as .wav files</a:t>
                      </a:r>
                    </a:p>
                  </a:txBody>
                  <a:tcPr marL="46862" marR="46862" marT="23431" marB="23431" anchor="ctr"/>
                </a:tc>
                <a:extLst>
                  <a:ext uri="{0D108BD9-81ED-4DB2-BD59-A6C34878D82A}">
                    <a16:rowId xmlns:a16="http://schemas.microsoft.com/office/drawing/2014/main" val="3247598625"/>
                  </a:ext>
                </a:extLst>
              </a:tr>
              <a:tr h="370293">
                <a:tc>
                  <a:txBody>
                    <a:bodyPr/>
                    <a:lstStyle/>
                    <a:p>
                      <a:pPr>
                        <a:buNone/>
                      </a:pPr>
                      <a:r>
                        <a:rPr lang="en-IN" sz="1400"/>
                        <a:t>soundfile (pysoundfile)</a:t>
                      </a:r>
                    </a:p>
                  </a:txBody>
                  <a:tcPr marL="46862" marR="46862" marT="23431" marB="23431" anchor="ctr"/>
                </a:tc>
                <a:tc>
                  <a:txBody>
                    <a:bodyPr/>
                    <a:lstStyle/>
                    <a:p>
                      <a:pPr>
                        <a:buNone/>
                      </a:pPr>
                      <a:r>
                        <a:rPr lang="en-US" sz="1400" dirty="0"/>
                        <a:t>Reading and writing audio files during processing</a:t>
                      </a:r>
                    </a:p>
                  </a:txBody>
                  <a:tcPr marL="46862" marR="46862" marT="23431" marB="23431" anchor="ctr"/>
                </a:tc>
                <a:extLst>
                  <a:ext uri="{0D108BD9-81ED-4DB2-BD59-A6C34878D82A}">
                    <a16:rowId xmlns:a16="http://schemas.microsoft.com/office/drawing/2014/main" val="1872008895"/>
                  </a:ext>
                </a:extLst>
              </a:tr>
            </a:tbl>
          </a:graphicData>
        </a:graphic>
      </p:graphicFrame>
    </p:spTree>
    <p:extLst>
      <p:ext uri="{BB962C8B-B14F-4D97-AF65-F5344CB8AC3E}">
        <p14:creationId xmlns:p14="http://schemas.microsoft.com/office/powerpoint/2010/main" val="19634477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D285A-B142-4499-A2D9-4D187335A59C}"/>
              </a:ext>
            </a:extLst>
          </p:cNvPr>
          <p:cNvSpPr>
            <a:spLocks noGrp="1"/>
          </p:cNvSpPr>
          <p:nvPr>
            <p:ph type="title"/>
          </p:nvPr>
        </p:nvSpPr>
        <p:spPr>
          <a:xfrm>
            <a:off x="497840" y="384048"/>
            <a:ext cx="9956800" cy="696278"/>
          </a:xfrm>
        </p:spPr>
        <p:txBody>
          <a:bodyPr>
            <a:normAutofit/>
          </a:bodyPr>
          <a:lstStyle/>
          <a:p>
            <a:r>
              <a:rPr lang="en-IN" dirty="0"/>
              <a:t>METHODOLOGY DIAGRAM </a:t>
            </a:r>
            <a:endParaRPr lang="en-US" dirty="0"/>
          </a:p>
        </p:txBody>
      </p:sp>
      <p:pic>
        <p:nvPicPr>
          <p:cNvPr id="3074" name="Picture 2">
            <a:extLst>
              <a:ext uri="{FF2B5EF4-FFF2-40B4-BE49-F238E27FC236}">
                <a16:creationId xmlns:a16="http://schemas.microsoft.com/office/drawing/2014/main" id="{EA959595-AF69-F07B-EC43-193776C902AA}"/>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860254" y="1397000"/>
            <a:ext cx="8764611" cy="4873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23397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2B97F-773F-4FA9-BCF1-5C5ED7EF6750}"/>
              </a:ext>
            </a:extLst>
          </p:cNvPr>
          <p:cNvSpPr>
            <a:spLocks noGrp="1"/>
          </p:cNvSpPr>
          <p:nvPr>
            <p:ph type="title"/>
          </p:nvPr>
        </p:nvSpPr>
        <p:spPr>
          <a:xfrm>
            <a:off x="609600" y="397828"/>
            <a:ext cx="9956800" cy="661859"/>
          </a:xfrm>
        </p:spPr>
        <p:txBody>
          <a:bodyPr/>
          <a:lstStyle/>
          <a:p>
            <a:r>
              <a:rPr lang="en-US" dirty="0"/>
              <a:t>Advantages:</a:t>
            </a:r>
          </a:p>
        </p:txBody>
      </p:sp>
      <p:graphicFrame>
        <p:nvGraphicFramePr>
          <p:cNvPr id="4" name="Content Placeholder 3">
            <a:extLst>
              <a:ext uri="{FF2B5EF4-FFF2-40B4-BE49-F238E27FC236}">
                <a16:creationId xmlns:a16="http://schemas.microsoft.com/office/drawing/2014/main" id="{87065F7C-CDC9-1B63-C729-54F718CDFDDB}"/>
              </a:ext>
            </a:extLst>
          </p:cNvPr>
          <p:cNvGraphicFramePr>
            <a:graphicFrameLocks noGrp="1"/>
          </p:cNvGraphicFramePr>
          <p:nvPr>
            <p:ph sz="quarter" idx="1"/>
            <p:extLst>
              <p:ext uri="{D42A27DB-BD31-4B8C-83A1-F6EECF244321}">
                <p14:modId xmlns:p14="http://schemas.microsoft.com/office/powerpoint/2010/main" val="2173564268"/>
              </p:ext>
            </p:extLst>
          </p:nvPr>
        </p:nvGraphicFramePr>
        <p:xfrm>
          <a:off x="609600" y="1343264"/>
          <a:ext cx="9956800" cy="4846320"/>
        </p:xfrm>
        <a:graphic>
          <a:graphicData uri="http://schemas.openxmlformats.org/drawingml/2006/table">
            <a:tbl>
              <a:tblPr>
                <a:tableStyleId>{10A1B5D5-9B99-4C35-A422-299274C87663}</a:tableStyleId>
              </a:tblPr>
              <a:tblGrid>
                <a:gridCol w="4978400">
                  <a:extLst>
                    <a:ext uri="{9D8B030D-6E8A-4147-A177-3AD203B41FA5}">
                      <a16:colId xmlns:a16="http://schemas.microsoft.com/office/drawing/2014/main" val="2495813785"/>
                    </a:ext>
                  </a:extLst>
                </a:gridCol>
                <a:gridCol w="4978400">
                  <a:extLst>
                    <a:ext uri="{9D8B030D-6E8A-4147-A177-3AD203B41FA5}">
                      <a16:colId xmlns:a16="http://schemas.microsoft.com/office/drawing/2014/main" val="3691314753"/>
                    </a:ext>
                  </a:extLst>
                </a:gridCol>
              </a:tblGrid>
              <a:tr h="0">
                <a:tc>
                  <a:txBody>
                    <a:bodyPr/>
                    <a:lstStyle/>
                    <a:p>
                      <a:pPr>
                        <a:buNone/>
                      </a:pPr>
                      <a:r>
                        <a:rPr lang="en-IN" b="1" dirty="0"/>
                        <a:t>Existing Limitation</a:t>
                      </a:r>
                      <a:endParaRPr lang="en-IN" dirty="0"/>
                    </a:p>
                  </a:txBody>
                  <a:tcPr anchor="ctr"/>
                </a:tc>
                <a:tc>
                  <a:txBody>
                    <a:bodyPr/>
                    <a:lstStyle/>
                    <a:p>
                      <a:pPr>
                        <a:buNone/>
                      </a:pPr>
                      <a:r>
                        <a:rPr lang="en-IN" b="1"/>
                        <a:t>How SER Overcomes It</a:t>
                      </a:r>
                      <a:endParaRPr lang="en-IN"/>
                    </a:p>
                  </a:txBody>
                  <a:tcPr anchor="ctr"/>
                </a:tc>
                <a:extLst>
                  <a:ext uri="{0D108BD9-81ED-4DB2-BD59-A6C34878D82A}">
                    <a16:rowId xmlns:a16="http://schemas.microsoft.com/office/drawing/2014/main" val="673245964"/>
                  </a:ext>
                </a:extLst>
              </a:tr>
              <a:tr h="0">
                <a:tc>
                  <a:txBody>
                    <a:bodyPr/>
                    <a:lstStyle/>
                    <a:p>
                      <a:pPr>
                        <a:buNone/>
                      </a:pPr>
                      <a:r>
                        <a:rPr lang="en-US" dirty="0"/>
                        <a:t>Only text-based emotion detection (ignores tone)</a:t>
                      </a:r>
                    </a:p>
                  </a:txBody>
                  <a:tcPr anchor="ctr"/>
                </a:tc>
                <a:tc>
                  <a:txBody>
                    <a:bodyPr/>
                    <a:lstStyle/>
                    <a:p>
                      <a:pPr>
                        <a:buNone/>
                      </a:pPr>
                      <a:r>
                        <a:rPr lang="en-US"/>
                        <a:t>Analyzes voice tone, pitch, and prosody for accurate emotion recognition</a:t>
                      </a:r>
                    </a:p>
                  </a:txBody>
                  <a:tcPr anchor="ctr"/>
                </a:tc>
                <a:extLst>
                  <a:ext uri="{0D108BD9-81ED-4DB2-BD59-A6C34878D82A}">
                    <a16:rowId xmlns:a16="http://schemas.microsoft.com/office/drawing/2014/main" val="1875559506"/>
                  </a:ext>
                </a:extLst>
              </a:tr>
              <a:tr h="0">
                <a:tc>
                  <a:txBody>
                    <a:bodyPr/>
                    <a:lstStyle/>
                    <a:p>
                      <a:pPr>
                        <a:buNone/>
                      </a:pPr>
                      <a:r>
                        <a:rPr lang="en-US"/>
                        <a:t>Chatbots/assistants respond in a robotic way</a:t>
                      </a:r>
                    </a:p>
                  </a:txBody>
                  <a:tcPr anchor="ctr"/>
                </a:tc>
                <a:tc>
                  <a:txBody>
                    <a:bodyPr/>
                    <a:lstStyle/>
                    <a:p>
                      <a:pPr>
                        <a:buNone/>
                      </a:pPr>
                      <a:r>
                        <a:rPr lang="en-US"/>
                        <a:t>SER enables empathetic and context-aware responses</a:t>
                      </a:r>
                    </a:p>
                  </a:txBody>
                  <a:tcPr anchor="ctr"/>
                </a:tc>
                <a:extLst>
                  <a:ext uri="{0D108BD9-81ED-4DB2-BD59-A6C34878D82A}">
                    <a16:rowId xmlns:a16="http://schemas.microsoft.com/office/drawing/2014/main" val="2819312149"/>
                  </a:ext>
                </a:extLst>
              </a:tr>
              <a:tr h="0">
                <a:tc>
                  <a:txBody>
                    <a:bodyPr/>
                    <a:lstStyle/>
                    <a:p>
                      <a:pPr>
                        <a:buNone/>
                      </a:pPr>
                      <a:r>
                        <a:rPr lang="en-IN"/>
                        <a:t>No real-time emotional adaptation</a:t>
                      </a:r>
                    </a:p>
                  </a:txBody>
                  <a:tcPr anchor="ctr"/>
                </a:tc>
                <a:tc>
                  <a:txBody>
                    <a:bodyPr/>
                    <a:lstStyle/>
                    <a:p>
                      <a:pPr>
                        <a:buNone/>
                      </a:pPr>
                      <a:r>
                        <a:rPr lang="en-US"/>
                        <a:t>Detects and responds to emotions instantly during conversations</a:t>
                      </a:r>
                    </a:p>
                  </a:txBody>
                  <a:tcPr anchor="ctr"/>
                </a:tc>
                <a:extLst>
                  <a:ext uri="{0D108BD9-81ED-4DB2-BD59-A6C34878D82A}">
                    <a16:rowId xmlns:a16="http://schemas.microsoft.com/office/drawing/2014/main" val="2519019229"/>
                  </a:ext>
                </a:extLst>
              </a:tr>
              <a:tr h="0">
                <a:tc>
                  <a:txBody>
                    <a:bodyPr/>
                    <a:lstStyle/>
                    <a:p>
                      <a:pPr>
                        <a:buNone/>
                      </a:pPr>
                      <a:r>
                        <a:rPr lang="en-US"/>
                        <a:t>Misclassification of sarcasm, stress, or anger</a:t>
                      </a:r>
                    </a:p>
                  </a:txBody>
                  <a:tcPr anchor="ctr"/>
                </a:tc>
                <a:tc>
                  <a:txBody>
                    <a:bodyPr/>
                    <a:lstStyle/>
                    <a:p>
                      <a:pPr>
                        <a:buNone/>
                      </a:pPr>
                      <a:r>
                        <a:rPr lang="en-US" dirty="0"/>
                        <a:t>Uses audio features (MFCCs, pitch, energy) for improved accuracy</a:t>
                      </a:r>
                    </a:p>
                  </a:txBody>
                  <a:tcPr anchor="ctr"/>
                </a:tc>
                <a:extLst>
                  <a:ext uri="{0D108BD9-81ED-4DB2-BD59-A6C34878D82A}">
                    <a16:rowId xmlns:a16="http://schemas.microsoft.com/office/drawing/2014/main" val="3902658439"/>
                  </a:ext>
                </a:extLst>
              </a:tr>
              <a:tr h="0">
                <a:tc>
                  <a:txBody>
                    <a:bodyPr/>
                    <a:lstStyle/>
                    <a:p>
                      <a:pPr>
                        <a:buNone/>
                      </a:pPr>
                      <a:r>
                        <a:rPr lang="en-IN"/>
                        <a:t>One-size-fits-all human–machine interaction</a:t>
                      </a:r>
                    </a:p>
                  </a:txBody>
                  <a:tcPr anchor="ctr"/>
                </a:tc>
                <a:tc>
                  <a:txBody>
                    <a:bodyPr/>
                    <a:lstStyle/>
                    <a:p>
                      <a:pPr>
                        <a:buNone/>
                      </a:pPr>
                      <a:r>
                        <a:rPr lang="en-US"/>
                        <a:t>Provides personalized and adaptive user experience</a:t>
                      </a:r>
                    </a:p>
                  </a:txBody>
                  <a:tcPr anchor="ctr"/>
                </a:tc>
                <a:extLst>
                  <a:ext uri="{0D108BD9-81ED-4DB2-BD59-A6C34878D82A}">
                    <a16:rowId xmlns:a16="http://schemas.microsoft.com/office/drawing/2014/main" val="3952860606"/>
                  </a:ext>
                </a:extLst>
              </a:tr>
              <a:tr h="0">
                <a:tc>
                  <a:txBody>
                    <a:bodyPr/>
                    <a:lstStyle/>
                    <a:p>
                      <a:pPr>
                        <a:buNone/>
                      </a:pPr>
                      <a:r>
                        <a:rPr lang="en-US"/>
                        <a:t>Limited support for people with speech/communication issues</a:t>
                      </a:r>
                    </a:p>
                  </a:txBody>
                  <a:tcPr anchor="ctr"/>
                </a:tc>
                <a:tc>
                  <a:txBody>
                    <a:bodyPr/>
                    <a:lstStyle/>
                    <a:p>
                      <a:pPr>
                        <a:buNone/>
                      </a:pPr>
                      <a:r>
                        <a:rPr lang="en-US"/>
                        <a:t>Recognizes emotions from speech tone, improving accessibility</a:t>
                      </a:r>
                    </a:p>
                  </a:txBody>
                  <a:tcPr anchor="ctr"/>
                </a:tc>
                <a:extLst>
                  <a:ext uri="{0D108BD9-81ED-4DB2-BD59-A6C34878D82A}">
                    <a16:rowId xmlns:a16="http://schemas.microsoft.com/office/drawing/2014/main" val="239449800"/>
                  </a:ext>
                </a:extLst>
              </a:tr>
              <a:tr h="0">
                <a:tc>
                  <a:txBody>
                    <a:bodyPr/>
                    <a:lstStyle/>
                    <a:p>
                      <a:pPr>
                        <a:buNone/>
                      </a:pPr>
                      <a:r>
                        <a:rPr lang="en-US"/>
                        <a:t>Isolated emotion analysis (only text or only facial cues)</a:t>
                      </a:r>
                    </a:p>
                  </a:txBody>
                  <a:tcPr anchor="ctr"/>
                </a:tc>
                <a:tc>
                  <a:txBody>
                    <a:bodyPr/>
                    <a:lstStyle/>
                    <a:p>
                      <a:pPr>
                        <a:buNone/>
                      </a:pPr>
                      <a:r>
                        <a:rPr lang="en-US" dirty="0"/>
                        <a:t>Allows multimodal integration (speech + text + facial) for robustness</a:t>
                      </a:r>
                    </a:p>
                  </a:txBody>
                  <a:tcPr anchor="ctr"/>
                </a:tc>
                <a:extLst>
                  <a:ext uri="{0D108BD9-81ED-4DB2-BD59-A6C34878D82A}">
                    <a16:rowId xmlns:a16="http://schemas.microsoft.com/office/drawing/2014/main" val="2501578727"/>
                  </a:ext>
                </a:extLst>
              </a:tr>
            </a:tbl>
          </a:graphicData>
        </a:graphic>
      </p:graphicFrame>
    </p:spTree>
    <p:extLst>
      <p:ext uri="{BB962C8B-B14F-4D97-AF65-F5344CB8AC3E}">
        <p14:creationId xmlns:p14="http://schemas.microsoft.com/office/powerpoint/2010/main" val="32674181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D3F2F-6AD3-24AD-21EA-719F16225B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5BDF05-3B60-6463-63DA-58173E3F94AF}"/>
              </a:ext>
            </a:extLst>
          </p:cNvPr>
          <p:cNvSpPr>
            <a:spLocks noGrp="1"/>
          </p:cNvSpPr>
          <p:nvPr>
            <p:ph type="title"/>
          </p:nvPr>
        </p:nvSpPr>
        <p:spPr>
          <a:xfrm>
            <a:off x="450980" y="534178"/>
            <a:ext cx="9956800" cy="790770"/>
          </a:xfrm>
        </p:spPr>
        <p:txBody>
          <a:bodyPr/>
          <a:lstStyle/>
          <a:p>
            <a:r>
              <a:rPr lang="en-US" dirty="0"/>
              <a:t>Problem Statement:</a:t>
            </a:r>
          </a:p>
        </p:txBody>
      </p:sp>
      <p:sp>
        <p:nvSpPr>
          <p:cNvPr id="3" name="Content Placeholder 2">
            <a:extLst>
              <a:ext uri="{FF2B5EF4-FFF2-40B4-BE49-F238E27FC236}">
                <a16:creationId xmlns:a16="http://schemas.microsoft.com/office/drawing/2014/main" id="{6B226A7C-EF46-58D8-6BD3-E79023E58FA9}"/>
              </a:ext>
            </a:extLst>
          </p:cNvPr>
          <p:cNvSpPr>
            <a:spLocks noGrp="1"/>
          </p:cNvSpPr>
          <p:nvPr>
            <p:ph sz="quarter" idx="1"/>
          </p:nvPr>
        </p:nvSpPr>
        <p:spPr>
          <a:xfrm>
            <a:off x="849085" y="1737826"/>
            <a:ext cx="9745306" cy="3382347"/>
          </a:xfrm>
          <a:ln>
            <a:solidFill>
              <a:schemeClr val="tx1"/>
            </a:solidFill>
          </a:ln>
        </p:spPr>
        <p:txBody>
          <a:bodyPr>
            <a:normAutofit/>
          </a:bodyPr>
          <a:lstStyle/>
          <a:p>
            <a:pPr marL="0" indent="0" algn="just">
              <a:lnSpc>
                <a:spcPct val="150000"/>
              </a:lnSpc>
              <a:buNone/>
            </a:pPr>
            <a:endParaRPr lang="en-US" sz="2000" b="1" dirty="0"/>
          </a:p>
          <a:p>
            <a:pPr lvl="1" algn="just">
              <a:lnSpc>
                <a:spcPct val="150000"/>
              </a:lnSpc>
            </a:pPr>
            <a:r>
              <a:rPr lang="en-US" sz="1700" dirty="0"/>
              <a:t>Existing systems analyze only words, ignoring emotions</a:t>
            </a:r>
          </a:p>
          <a:p>
            <a:pPr lvl="1" algn="just">
              <a:lnSpc>
                <a:spcPct val="150000"/>
              </a:lnSpc>
            </a:pPr>
            <a:r>
              <a:rPr lang="en-US" sz="1700" dirty="0"/>
              <a:t>Leads to robotic and insensitive interactions</a:t>
            </a:r>
          </a:p>
          <a:p>
            <a:pPr lvl="1" algn="just">
              <a:lnSpc>
                <a:spcPct val="150000"/>
              </a:lnSpc>
            </a:pPr>
            <a:r>
              <a:rPr lang="en-US" sz="1700" dirty="0"/>
              <a:t>Lack real-time emotional adaptation</a:t>
            </a:r>
          </a:p>
          <a:p>
            <a:pPr lvl="1" algn="just">
              <a:lnSpc>
                <a:spcPct val="150000"/>
              </a:lnSpc>
            </a:pPr>
            <a:r>
              <a:rPr lang="en-US" sz="1700" dirty="0"/>
              <a:t>Need for SER system to detect emotions from voice (tone, pitch, </a:t>
            </a:r>
            <a:r>
              <a:rPr lang="en-US" sz="1700" dirty="0">
                <a:ln>
                  <a:solidFill>
                    <a:schemeClr val="tx1"/>
                  </a:solidFill>
                </a:ln>
              </a:rPr>
              <a:t>prosody</a:t>
            </a:r>
            <a:r>
              <a:rPr lang="en-US" sz="1700" dirty="0"/>
              <a:t>)</a:t>
            </a:r>
          </a:p>
          <a:p>
            <a:pPr lvl="1" algn="just">
              <a:lnSpc>
                <a:spcPct val="150000"/>
              </a:lnSpc>
            </a:pPr>
            <a:r>
              <a:rPr lang="en-US" sz="1700" dirty="0"/>
              <a:t>Enables empathetic, personalized, and human-like responses</a:t>
            </a:r>
          </a:p>
          <a:p>
            <a:pPr algn="just">
              <a:lnSpc>
                <a:spcPct val="150000"/>
              </a:lnSpc>
            </a:pPr>
            <a:endParaRPr lang="en-US" sz="2000" dirty="0"/>
          </a:p>
        </p:txBody>
      </p:sp>
    </p:spTree>
    <p:extLst>
      <p:ext uri="{BB962C8B-B14F-4D97-AF65-F5344CB8AC3E}">
        <p14:creationId xmlns:p14="http://schemas.microsoft.com/office/powerpoint/2010/main" val="35046228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AE277-ACEB-7C20-88B9-A07262E861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C06A84-5E71-ACE4-6CC3-54CC888993EA}"/>
              </a:ext>
            </a:extLst>
          </p:cNvPr>
          <p:cNvSpPr>
            <a:spLocks noGrp="1"/>
          </p:cNvSpPr>
          <p:nvPr>
            <p:ph type="title"/>
          </p:nvPr>
        </p:nvSpPr>
        <p:spPr>
          <a:xfrm>
            <a:off x="742950" y="352423"/>
            <a:ext cx="9956800" cy="695327"/>
          </a:xfrm>
        </p:spPr>
        <p:txBody>
          <a:bodyPr/>
          <a:lstStyle/>
          <a:p>
            <a:r>
              <a:rPr lang="en-US" dirty="0"/>
              <a:t>Tech Stack:</a:t>
            </a:r>
          </a:p>
        </p:txBody>
      </p:sp>
      <p:graphicFrame>
        <p:nvGraphicFramePr>
          <p:cNvPr id="4" name="Content Placeholder 3">
            <a:extLst>
              <a:ext uri="{FF2B5EF4-FFF2-40B4-BE49-F238E27FC236}">
                <a16:creationId xmlns:a16="http://schemas.microsoft.com/office/drawing/2014/main" id="{AFDBBBF7-A8DF-1123-0316-E851234C702C}"/>
              </a:ext>
            </a:extLst>
          </p:cNvPr>
          <p:cNvGraphicFramePr>
            <a:graphicFrameLocks noGrp="1"/>
          </p:cNvGraphicFramePr>
          <p:nvPr>
            <p:ph sz="quarter" idx="1"/>
            <p:extLst>
              <p:ext uri="{D42A27DB-BD31-4B8C-83A1-F6EECF244321}">
                <p14:modId xmlns:p14="http://schemas.microsoft.com/office/powerpoint/2010/main" val="2317519139"/>
              </p:ext>
            </p:extLst>
          </p:nvPr>
        </p:nvGraphicFramePr>
        <p:xfrm>
          <a:off x="885825" y="1247775"/>
          <a:ext cx="9658350" cy="5257802"/>
        </p:xfrm>
        <a:graphic>
          <a:graphicData uri="http://schemas.openxmlformats.org/drawingml/2006/table">
            <a:tbl>
              <a:tblPr>
                <a:tableStyleId>{22838BEF-8BB2-4498-84A7-C5851F593DF1}</a:tableStyleId>
              </a:tblPr>
              <a:tblGrid>
                <a:gridCol w="3219450">
                  <a:extLst>
                    <a:ext uri="{9D8B030D-6E8A-4147-A177-3AD203B41FA5}">
                      <a16:colId xmlns:a16="http://schemas.microsoft.com/office/drawing/2014/main" val="3167843250"/>
                    </a:ext>
                  </a:extLst>
                </a:gridCol>
                <a:gridCol w="3219450">
                  <a:extLst>
                    <a:ext uri="{9D8B030D-6E8A-4147-A177-3AD203B41FA5}">
                      <a16:colId xmlns:a16="http://schemas.microsoft.com/office/drawing/2014/main" val="3691059627"/>
                    </a:ext>
                  </a:extLst>
                </a:gridCol>
                <a:gridCol w="3219450">
                  <a:extLst>
                    <a:ext uri="{9D8B030D-6E8A-4147-A177-3AD203B41FA5}">
                      <a16:colId xmlns:a16="http://schemas.microsoft.com/office/drawing/2014/main" val="1688398927"/>
                    </a:ext>
                  </a:extLst>
                </a:gridCol>
              </a:tblGrid>
              <a:tr h="525914">
                <a:tc>
                  <a:txBody>
                    <a:bodyPr/>
                    <a:lstStyle/>
                    <a:p>
                      <a:pPr>
                        <a:buNone/>
                      </a:pPr>
                      <a:r>
                        <a:rPr lang="en-IN" sz="1500" b="1" dirty="0"/>
                        <a:t>Layer</a:t>
                      </a:r>
                    </a:p>
                  </a:txBody>
                  <a:tcPr marL="77359" marR="77359" marT="38680" marB="38680" anchor="ctr"/>
                </a:tc>
                <a:tc>
                  <a:txBody>
                    <a:bodyPr/>
                    <a:lstStyle/>
                    <a:p>
                      <a:pPr>
                        <a:buNone/>
                      </a:pPr>
                      <a:r>
                        <a:rPr lang="en-IN" sz="1500" b="1"/>
                        <a:t>Technology / Tool</a:t>
                      </a:r>
                    </a:p>
                  </a:txBody>
                  <a:tcPr marL="77359" marR="77359" marT="38680" marB="38680" anchor="ctr"/>
                </a:tc>
                <a:tc>
                  <a:txBody>
                    <a:bodyPr/>
                    <a:lstStyle/>
                    <a:p>
                      <a:pPr>
                        <a:buNone/>
                      </a:pPr>
                      <a:r>
                        <a:rPr lang="en-IN" sz="1500" b="1" dirty="0"/>
                        <a:t>Purpose in SER Project</a:t>
                      </a:r>
                    </a:p>
                  </a:txBody>
                  <a:tcPr marL="77359" marR="77359" marT="38680" marB="38680" anchor="ctr"/>
                </a:tc>
                <a:extLst>
                  <a:ext uri="{0D108BD9-81ED-4DB2-BD59-A6C34878D82A}">
                    <a16:rowId xmlns:a16="http://schemas.microsoft.com/office/drawing/2014/main" val="449561976"/>
                  </a:ext>
                </a:extLst>
              </a:tr>
              <a:tr h="636985">
                <a:tc>
                  <a:txBody>
                    <a:bodyPr/>
                    <a:lstStyle/>
                    <a:p>
                      <a:pPr>
                        <a:buNone/>
                      </a:pPr>
                      <a:r>
                        <a:rPr lang="en-IN" sz="1500" dirty="0"/>
                        <a:t>Machine Learning / Deep Learning</a:t>
                      </a:r>
                    </a:p>
                  </a:txBody>
                  <a:tcPr marL="77359" marR="77359" marT="38680" marB="38680" anchor="ctr"/>
                </a:tc>
                <a:tc>
                  <a:txBody>
                    <a:bodyPr/>
                    <a:lstStyle/>
                    <a:p>
                      <a:pPr>
                        <a:buNone/>
                      </a:pPr>
                      <a:r>
                        <a:rPr lang="en-IN" sz="1500" dirty="0"/>
                        <a:t>TensorFlow, </a:t>
                      </a:r>
                      <a:r>
                        <a:rPr lang="en-IN" sz="1500" dirty="0" err="1"/>
                        <a:t>Keras</a:t>
                      </a:r>
                      <a:r>
                        <a:rPr lang="en-IN" sz="1500" dirty="0"/>
                        <a:t>, Scikit-learn</a:t>
                      </a:r>
                    </a:p>
                  </a:txBody>
                  <a:tcPr marL="77359" marR="77359" marT="38680" marB="38680" anchor="ctr"/>
                </a:tc>
                <a:tc>
                  <a:txBody>
                    <a:bodyPr/>
                    <a:lstStyle/>
                    <a:p>
                      <a:pPr>
                        <a:buNone/>
                      </a:pPr>
                      <a:r>
                        <a:rPr lang="en-US" sz="1500" dirty="0"/>
                        <a:t>Model training, evaluation, and classification</a:t>
                      </a:r>
                    </a:p>
                  </a:txBody>
                  <a:tcPr marL="77359" marR="77359" marT="38680" marB="38680" anchor="ctr"/>
                </a:tc>
                <a:extLst>
                  <a:ext uri="{0D108BD9-81ED-4DB2-BD59-A6C34878D82A}">
                    <a16:rowId xmlns:a16="http://schemas.microsoft.com/office/drawing/2014/main" val="1181820629"/>
                  </a:ext>
                </a:extLst>
              </a:tr>
              <a:tr h="909978">
                <a:tc>
                  <a:txBody>
                    <a:bodyPr/>
                    <a:lstStyle/>
                    <a:p>
                      <a:pPr>
                        <a:buNone/>
                      </a:pPr>
                      <a:r>
                        <a:rPr lang="en-IN" sz="1500"/>
                        <a:t>Audio Processing</a:t>
                      </a:r>
                    </a:p>
                  </a:txBody>
                  <a:tcPr marL="77359" marR="77359" marT="38680" marB="38680" anchor="ctr"/>
                </a:tc>
                <a:tc>
                  <a:txBody>
                    <a:bodyPr/>
                    <a:lstStyle/>
                    <a:p>
                      <a:pPr>
                        <a:buNone/>
                      </a:pPr>
                      <a:r>
                        <a:rPr lang="en-US" sz="1500" dirty="0" err="1"/>
                        <a:t>librosa</a:t>
                      </a:r>
                      <a:r>
                        <a:rPr lang="en-US" sz="1500" dirty="0"/>
                        <a:t>, </a:t>
                      </a:r>
                      <a:r>
                        <a:rPr lang="en-US" sz="1500" dirty="0" err="1"/>
                        <a:t>sounddevice</a:t>
                      </a:r>
                      <a:r>
                        <a:rPr lang="en-US" sz="1500" dirty="0"/>
                        <a:t>, </a:t>
                      </a:r>
                      <a:r>
                        <a:rPr lang="en-US" sz="1500" dirty="0" err="1"/>
                        <a:t>SpeechRecognition</a:t>
                      </a:r>
                      <a:r>
                        <a:rPr lang="en-US" sz="1500" dirty="0"/>
                        <a:t>, </a:t>
                      </a:r>
                      <a:r>
                        <a:rPr lang="en-US" sz="1500" dirty="0" err="1"/>
                        <a:t>wavio</a:t>
                      </a:r>
                      <a:r>
                        <a:rPr lang="en-US" sz="1500" dirty="0"/>
                        <a:t>, </a:t>
                      </a:r>
                      <a:r>
                        <a:rPr lang="en-US" sz="1500" dirty="0" err="1"/>
                        <a:t>soundfile</a:t>
                      </a:r>
                      <a:endParaRPr lang="en-US" sz="1500" dirty="0"/>
                    </a:p>
                  </a:txBody>
                  <a:tcPr marL="77359" marR="77359" marT="38680" marB="38680" anchor="ctr"/>
                </a:tc>
                <a:tc>
                  <a:txBody>
                    <a:bodyPr/>
                    <a:lstStyle/>
                    <a:p>
                      <a:pPr>
                        <a:buNone/>
                      </a:pPr>
                      <a:r>
                        <a:rPr lang="en-US" sz="1500" dirty="0"/>
                        <a:t>Feature extraction, recording, speech-to-text, and audio handling</a:t>
                      </a:r>
                    </a:p>
                  </a:txBody>
                  <a:tcPr marL="77359" marR="77359" marT="38680" marB="38680" anchor="ctr"/>
                </a:tc>
                <a:extLst>
                  <a:ext uri="{0D108BD9-81ED-4DB2-BD59-A6C34878D82A}">
                    <a16:rowId xmlns:a16="http://schemas.microsoft.com/office/drawing/2014/main" val="3919202302"/>
                  </a:ext>
                </a:extLst>
              </a:tr>
              <a:tr h="636985">
                <a:tc>
                  <a:txBody>
                    <a:bodyPr/>
                    <a:lstStyle/>
                    <a:p>
                      <a:pPr>
                        <a:buNone/>
                      </a:pPr>
                      <a:r>
                        <a:rPr lang="en-IN" sz="1500"/>
                        <a:t>NLP Models</a:t>
                      </a:r>
                    </a:p>
                  </a:txBody>
                  <a:tcPr marL="77359" marR="77359" marT="38680" marB="38680" anchor="ctr"/>
                </a:tc>
                <a:tc>
                  <a:txBody>
                    <a:bodyPr/>
                    <a:lstStyle/>
                    <a:p>
                      <a:pPr>
                        <a:buNone/>
                      </a:pPr>
                      <a:r>
                        <a:rPr lang="en-IN" sz="1500" dirty="0"/>
                        <a:t>Hugging Face Transformers (</a:t>
                      </a:r>
                      <a:r>
                        <a:rPr lang="en-IN" sz="1500" dirty="0" err="1"/>
                        <a:t>DialoGPT</a:t>
                      </a:r>
                      <a:r>
                        <a:rPr lang="en-IN" sz="1500" dirty="0"/>
                        <a:t>, Flan-T5)</a:t>
                      </a:r>
                    </a:p>
                  </a:txBody>
                  <a:tcPr marL="77359" marR="77359" marT="38680" marB="38680" anchor="ctr"/>
                </a:tc>
                <a:tc>
                  <a:txBody>
                    <a:bodyPr/>
                    <a:lstStyle/>
                    <a:p>
                      <a:pPr>
                        <a:buNone/>
                      </a:pPr>
                      <a:r>
                        <a:rPr lang="en-US" sz="1500"/>
                        <a:t>Conversational AI and text-based emotion understanding</a:t>
                      </a:r>
                    </a:p>
                  </a:txBody>
                  <a:tcPr marL="77359" marR="77359" marT="38680" marB="38680" anchor="ctr"/>
                </a:tc>
                <a:extLst>
                  <a:ext uri="{0D108BD9-81ED-4DB2-BD59-A6C34878D82A}">
                    <a16:rowId xmlns:a16="http://schemas.microsoft.com/office/drawing/2014/main" val="3130314568"/>
                  </a:ext>
                </a:extLst>
              </a:tr>
              <a:tr h="636985">
                <a:tc>
                  <a:txBody>
                    <a:bodyPr/>
                    <a:lstStyle/>
                    <a:p>
                      <a:pPr>
                        <a:buNone/>
                      </a:pPr>
                      <a:r>
                        <a:rPr lang="en-IN" sz="1500"/>
                        <a:t>Backend / API</a:t>
                      </a:r>
                    </a:p>
                  </a:txBody>
                  <a:tcPr marL="77359" marR="77359" marT="38680" marB="38680" anchor="ctr"/>
                </a:tc>
                <a:tc>
                  <a:txBody>
                    <a:bodyPr/>
                    <a:lstStyle/>
                    <a:p>
                      <a:pPr>
                        <a:buNone/>
                      </a:pPr>
                      <a:r>
                        <a:rPr lang="en-IN" sz="1500"/>
                        <a:t>Flask</a:t>
                      </a:r>
                    </a:p>
                  </a:txBody>
                  <a:tcPr marL="77359" marR="77359" marT="38680" marB="38680" anchor="ctr"/>
                </a:tc>
                <a:tc>
                  <a:txBody>
                    <a:bodyPr/>
                    <a:lstStyle/>
                    <a:p>
                      <a:pPr>
                        <a:buNone/>
                      </a:pPr>
                      <a:r>
                        <a:rPr lang="en-US" sz="1500"/>
                        <a:t>Serving the SER model as a web application/API</a:t>
                      </a:r>
                    </a:p>
                  </a:txBody>
                  <a:tcPr marL="77359" marR="77359" marT="38680" marB="38680" anchor="ctr"/>
                </a:tc>
                <a:extLst>
                  <a:ext uri="{0D108BD9-81ED-4DB2-BD59-A6C34878D82A}">
                    <a16:rowId xmlns:a16="http://schemas.microsoft.com/office/drawing/2014/main" val="2017734231"/>
                  </a:ext>
                </a:extLst>
              </a:tr>
              <a:tr h="636985">
                <a:tc>
                  <a:txBody>
                    <a:bodyPr/>
                    <a:lstStyle/>
                    <a:p>
                      <a:pPr>
                        <a:buNone/>
                      </a:pPr>
                      <a:r>
                        <a:rPr lang="en-IN" sz="1500" dirty="0"/>
                        <a:t>Data Handling</a:t>
                      </a:r>
                    </a:p>
                  </a:txBody>
                  <a:tcPr marL="77359" marR="77359" marT="38680" marB="38680" anchor="ctr"/>
                </a:tc>
                <a:tc>
                  <a:txBody>
                    <a:bodyPr/>
                    <a:lstStyle/>
                    <a:p>
                      <a:pPr>
                        <a:buNone/>
                      </a:pPr>
                      <a:r>
                        <a:rPr lang="en-IN" sz="1500"/>
                        <a:t>NumPy, Pandas</a:t>
                      </a:r>
                    </a:p>
                  </a:txBody>
                  <a:tcPr marL="77359" marR="77359" marT="38680" marB="38680" anchor="ctr"/>
                </a:tc>
                <a:tc>
                  <a:txBody>
                    <a:bodyPr/>
                    <a:lstStyle/>
                    <a:p>
                      <a:pPr>
                        <a:buNone/>
                      </a:pPr>
                      <a:r>
                        <a:rPr lang="en-US" sz="1500"/>
                        <a:t>Numerical computations and dataset preprocessing</a:t>
                      </a:r>
                    </a:p>
                  </a:txBody>
                  <a:tcPr marL="77359" marR="77359" marT="38680" marB="38680" anchor="ctr"/>
                </a:tc>
                <a:extLst>
                  <a:ext uri="{0D108BD9-81ED-4DB2-BD59-A6C34878D82A}">
                    <a16:rowId xmlns:a16="http://schemas.microsoft.com/office/drawing/2014/main" val="2321508173"/>
                  </a:ext>
                </a:extLst>
              </a:tr>
              <a:tr h="636985">
                <a:tc>
                  <a:txBody>
                    <a:bodyPr/>
                    <a:lstStyle/>
                    <a:p>
                      <a:pPr>
                        <a:buNone/>
                      </a:pPr>
                      <a:r>
                        <a:rPr lang="en-IN" sz="1500"/>
                        <a:t>Visualization</a:t>
                      </a:r>
                    </a:p>
                  </a:txBody>
                  <a:tcPr marL="77359" marR="77359" marT="38680" marB="38680" anchor="ctr"/>
                </a:tc>
                <a:tc>
                  <a:txBody>
                    <a:bodyPr/>
                    <a:lstStyle/>
                    <a:p>
                      <a:pPr>
                        <a:buNone/>
                      </a:pPr>
                      <a:r>
                        <a:rPr lang="en-IN" sz="1500"/>
                        <a:t>Matplotlib</a:t>
                      </a:r>
                    </a:p>
                  </a:txBody>
                  <a:tcPr marL="77359" marR="77359" marT="38680" marB="38680" anchor="ctr"/>
                </a:tc>
                <a:tc>
                  <a:txBody>
                    <a:bodyPr/>
                    <a:lstStyle/>
                    <a:p>
                      <a:pPr>
                        <a:buNone/>
                      </a:pPr>
                      <a:r>
                        <a:rPr lang="en-US" sz="1500"/>
                        <a:t>Plotting accuracy, loss curves, and results</a:t>
                      </a:r>
                    </a:p>
                  </a:txBody>
                  <a:tcPr marL="77359" marR="77359" marT="38680" marB="38680" anchor="ctr"/>
                </a:tc>
                <a:extLst>
                  <a:ext uri="{0D108BD9-81ED-4DB2-BD59-A6C34878D82A}">
                    <a16:rowId xmlns:a16="http://schemas.microsoft.com/office/drawing/2014/main" val="3813726574"/>
                  </a:ext>
                </a:extLst>
              </a:tr>
              <a:tr h="636985">
                <a:tc>
                  <a:txBody>
                    <a:bodyPr/>
                    <a:lstStyle/>
                    <a:p>
                      <a:pPr>
                        <a:buNone/>
                      </a:pPr>
                      <a:r>
                        <a:rPr lang="en-IN" sz="1500"/>
                        <a:t>Deployment</a:t>
                      </a:r>
                    </a:p>
                  </a:txBody>
                  <a:tcPr marL="77359" marR="77359" marT="38680" marB="38680" anchor="ctr"/>
                </a:tc>
                <a:tc>
                  <a:txBody>
                    <a:bodyPr/>
                    <a:lstStyle/>
                    <a:p>
                      <a:pPr>
                        <a:buNone/>
                      </a:pPr>
                      <a:r>
                        <a:rPr lang="en-IN" sz="1500"/>
                        <a:t>Flask + Local/Cloud</a:t>
                      </a:r>
                    </a:p>
                  </a:txBody>
                  <a:tcPr marL="77359" marR="77359" marT="38680" marB="38680" anchor="ctr"/>
                </a:tc>
                <a:tc>
                  <a:txBody>
                    <a:bodyPr/>
                    <a:lstStyle/>
                    <a:p>
                      <a:pPr>
                        <a:buNone/>
                      </a:pPr>
                      <a:r>
                        <a:rPr lang="en-US" sz="1500" dirty="0"/>
                        <a:t>Deploying the SER system for user access</a:t>
                      </a:r>
                    </a:p>
                  </a:txBody>
                  <a:tcPr marL="77359" marR="77359" marT="38680" marB="38680" anchor="ctr"/>
                </a:tc>
                <a:extLst>
                  <a:ext uri="{0D108BD9-81ED-4DB2-BD59-A6C34878D82A}">
                    <a16:rowId xmlns:a16="http://schemas.microsoft.com/office/drawing/2014/main" val="1179504136"/>
                  </a:ext>
                </a:extLst>
              </a:tr>
            </a:tbl>
          </a:graphicData>
        </a:graphic>
      </p:graphicFrame>
    </p:spTree>
    <p:extLst>
      <p:ext uri="{BB962C8B-B14F-4D97-AF65-F5344CB8AC3E}">
        <p14:creationId xmlns:p14="http://schemas.microsoft.com/office/powerpoint/2010/main" val="12139662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0B374-BC3F-DB30-961B-B51A62FD3F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758AE9-75C5-E388-8147-9DF0D8A936D0}"/>
              </a:ext>
            </a:extLst>
          </p:cNvPr>
          <p:cNvSpPr>
            <a:spLocks noGrp="1"/>
          </p:cNvSpPr>
          <p:nvPr>
            <p:ph type="title"/>
          </p:nvPr>
        </p:nvSpPr>
        <p:spPr/>
        <p:txBody>
          <a:bodyPr/>
          <a:lstStyle/>
          <a:p>
            <a:r>
              <a:rPr lang="en-US" dirty="0"/>
              <a:t>Output :</a:t>
            </a:r>
          </a:p>
        </p:txBody>
      </p:sp>
      <p:pic>
        <p:nvPicPr>
          <p:cNvPr id="5" name="Content Placeholder 4">
            <a:extLst>
              <a:ext uri="{FF2B5EF4-FFF2-40B4-BE49-F238E27FC236}">
                <a16:creationId xmlns:a16="http://schemas.microsoft.com/office/drawing/2014/main" id="{BA5068B1-E37F-1D70-D12C-86BB28B71160}"/>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628650" y="1791808"/>
            <a:ext cx="9956800" cy="3274383"/>
          </a:xfrm>
        </p:spPr>
      </p:pic>
    </p:spTree>
    <p:extLst>
      <p:ext uri="{BB962C8B-B14F-4D97-AF65-F5344CB8AC3E}">
        <p14:creationId xmlns:p14="http://schemas.microsoft.com/office/powerpoint/2010/main" val="26562198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DD052-8693-44AE-4A1D-0DED36019E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5DD933-C329-34F6-0110-CC48F084E0C4}"/>
              </a:ext>
            </a:extLst>
          </p:cNvPr>
          <p:cNvSpPr>
            <a:spLocks noGrp="1"/>
          </p:cNvSpPr>
          <p:nvPr>
            <p:ph type="title"/>
          </p:nvPr>
        </p:nvSpPr>
        <p:spPr>
          <a:xfrm>
            <a:off x="609600" y="274639"/>
            <a:ext cx="9956800" cy="554036"/>
          </a:xfrm>
        </p:spPr>
        <p:txBody>
          <a:bodyPr>
            <a:normAutofit fontScale="90000"/>
          </a:bodyPr>
          <a:lstStyle/>
          <a:p>
            <a:r>
              <a:rPr lang="en-US" dirty="0"/>
              <a:t>Output :</a:t>
            </a:r>
          </a:p>
        </p:txBody>
      </p:sp>
      <p:pic>
        <p:nvPicPr>
          <p:cNvPr id="7" name="Content Placeholder 6">
            <a:extLst>
              <a:ext uri="{FF2B5EF4-FFF2-40B4-BE49-F238E27FC236}">
                <a16:creationId xmlns:a16="http://schemas.microsoft.com/office/drawing/2014/main" id="{9C181E19-1096-F603-3717-FD7A11BAD919}"/>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1600200" y="1046164"/>
            <a:ext cx="7781925" cy="5382587"/>
          </a:xfrm>
        </p:spPr>
      </p:pic>
    </p:spTree>
    <p:extLst>
      <p:ext uri="{BB962C8B-B14F-4D97-AF65-F5344CB8AC3E}">
        <p14:creationId xmlns:p14="http://schemas.microsoft.com/office/powerpoint/2010/main" val="174574548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468</TotalTime>
  <Words>656</Words>
  <Application>Microsoft Office PowerPoint</Application>
  <PresentationFormat>Widescreen</PresentationFormat>
  <Paragraphs>146</Paragraphs>
  <Slides>10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Century Schoolbook</vt:lpstr>
      <vt:lpstr>Wingdings</vt:lpstr>
      <vt:lpstr>Wingdings 2</vt:lpstr>
      <vt:lpstr>Oriel</vt:lpstr>
      <vt:lpstr>    NLP PROJECT TITLE :      SPEECH EMOTION RECOGNITION </vt:lpstr>
      <vt:lpstr>Introduction:</vt:lpstr>
      <vt:lpstr>License and version:</vt:lpstr>
      <vt:lpstr>Where this tool used:</vt:lpstr>
      <vt:lpstr>METHODOLOGY DIAGRAM </vt:lpstr>
      <vt:lpstr>Advantages:</vt:lpstr>
      <vt:lpstr>Problem Statement:</vt:lpstr>
      <vt:lpstr>Tech Stack:</vt:lpstr>
      <vt:lpstr>Output :</vt:lpstr>
      <vt:lpstr>Output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Tool name</dc:title>
  <dc:creator>ibrahim badhusha</dc:creator>
  <cp:lastModifiedBy>KANISHKA RAVI</cp:lastModifiedBy>
  <cp:revision>17</cp:revision>
  <dcterms:created xsi:type="dcterms:W3CDTF">2021-08-22T13:28:50Z</dcterms:created>
  <dcterms:modified xsi:type="dcterms:W3CDTF">2025-09-06T22:50:05Z</dcterms:modified>
</cp:coreProperties>
</file>